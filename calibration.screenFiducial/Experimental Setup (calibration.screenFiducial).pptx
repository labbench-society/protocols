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4"/>
  </p:sldMasterIdLst>
  <p:sldIdLst>
    <p:sldId id="256" r:id="rId5"/>
    <p:sldId id="257" r:id="rId6"/>
  </p:sldIdLst>
  <p:sldSz cx="21601113" cy="14400213"/>
  <p:notesSz cx="9144000" cy="6858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C212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E8DBBD2-E51C-4F65-B024-D25F532E7882}" v="5" dt="2024-11-30T15:03:06.43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>
        <p:scale>
          <a:sx n="150" d="100"/>
          <a:sy n="150" d="100"/>
        </p:scale>
        <p:origin x="-6060" y="-855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presProps" Target="presProps.xml"/><Relationship Id="rId12" Type="http://schemas.microsoft.com/office/2015/10/relationships/revisionInfo" Target="revisionInfo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microsoft.com/office/2016/11/relationships/changesInfo" Target="changesInfos/changesInfo1.xml"/><Relationship Id="rId5" Type="http://schemas.openxmlformats.org/officeDocument/2006/relationships/slide" Target="slides/slide1.xml"/><Relationship Id="rId10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ristian Hennings" userId="c750005e-88d6-4112-85a2-8817d1a82a89" providerId="ADAL" clId="{AE8DBBD2-E51C-4F65-B024-D25F532E7882}"/>
    <pc:docChg chg="custSel addSld modSld">
      <pc:chgData name="Kristian Hennings" userId="c750005e-88d6-4112-85a2-8817d1a82a89" providerId="ADAL" clId="{AE8DBBD2-E51C-4F65-B024-D25F532E7882}" dt="2024-11-30T15:03:11.439" v="7" actId="478"/>
      <pc:docMkLst>
        <pc:docMk/>
      </pc:docMkLst>
      <pc:sldChg chg="addSp delSp modSp new mod modClrScheme chgLayout">
        <pc:chgData name="Kristian Hennings" userId="c750005e-88d6-4112-85a2-8817d1a82a89" providerId="ADAL" clId="{AE8DBBD2-E51C-4F65-B024-D25F532E7882}" dt="2024-11-30T15:03:11.439" v="7" actId="478"/>
        <pc:sldMkLst>
          <pc:docMk/>
          <pc:sldMk cId="786876301" sldId="256"/>
        </pc:sldMkLst>
        <pc:spChg chg="del">
          <ac:chgData name="Kristian Hennings" userId="c750005e-88d6-4112-85a2-8817d1a82a89" providerId="ADAL" clId="{AE8DBBD2-E51C-4F65-B024-D25F532E7882}" dt="2024-11-30T15:01:54.798" v="1" actId="700"/>
          <ac:spMkLst>
            <pc:docMk/>
            <pc:sldMk cId="786876301" sldId="256"/>
            <ac:spMk id="2" creationId="{233B9773-ED68-8F58-6FE5-3F61B3109FB8}"/>
          </ac:spMkLst>
        </pc:spChg>
        <pc:spChg chg="del">
          <ac:chgData name="Kristian Hennings" userId="c750005e-88d6-4112-85a2-8817d1a82a89" providerId="ADAL" clId="{AE8DBBD2-E51C-4F65-B024-D25F532E7882}" dt="2024-11-30T15:01:54.798" v="1" actId="700"/>
          <ac:spMkLst>
            <pc:docMk/>
            <pc:sldMk cId="786876301" sldId="256"/>
            <ac:spMk id="3" creationId="{5CA84863-22F8-24CD-7F7A-747DCE2C3CD1}"/>
          </ac:spMkLst>
        </pc:spChg>
        <pc:spChg chg="mod">
          <ac:chgData name="Kristian Hennings" userId="c750005e-88d6-4112-85a2-8817d1a82a89" providerId="ADAL" clId="{AE8DBBD2-E51C-4F65-B024-D25F532E7882}" dt="2024-11-30T15:02:52.460" v="2"/>
          <ac:spMkLst>
            <pc:docMk/>
            <pc:sldMk cId="786876301" sldId="256"/>
            <ac:spMk id="6" creationId="{50B3C1AC-38B5-7C2B-7AB2-CC309C214B33}"/>
          </ac:spMkLst>
        </pc:spChg>
        <pc:spChg chg="mod">
          <ac:chgData name="Kristian Hennings" userId="c750005e-88d6-4112-85a2-8817d1a82a89" providerId="ADAL" clId="{AE8DBBD2-E51C-4F65-B024-D25F532E7882}" dt="2024-11-30T15:02:52.460" v="2"/>
          <ac:spMkLst>
            <pc:docMk/>
            <pc:sldMk cId="786876301" sldId="256"/>
            <ac:spMk id="7" creationId="{31F0E11A-522D-47E9-7635-166DD0A2974A}"/>
          </ac:spMkLst>
        </pc:spChg>
        <pc:spChg chg="mod">
          <ac:chgData name="Kristian Hennings" userId="c750005e-88d6-4112-85a2-8817d1a82a89" providerId="ADAL" clId="{AE8DBBD2-E51C-4F65-B024-D25F532E7882}" dt="2024-11-30T15:02:52.460" v="2"/>
          <ac:spMkLst>
            <pc:docMk/>
            <pc:sldMk cId="786876301" sldId="256"/>
            <ac:spMk id="8" creationId="{6D7CE593-AF9A-7FF0-2A7F-05E9EE1E6766}"/>
          </ac:spMkLst>
        </pc:spChg>
        <pc:spChg chg="mod">
          <ac:chgData name="Kristian Hennings" userId="c750005e-88d6-4112-85a2-8817d1a82a89" providerId="ADAL" clId="{AE8DBBD2-E51C-4F65-B024-D25F532E7882}" dt="2024-11-30T15:02:52.460" v="2"/>
          <ac:spMkLst>
            <pc:docMk/>
            <pc:sldMk cId="786876301" sldId="256"/>
            <ac:spMk id="9" creationId="{683517AC-88EF-D88B-601B-2C14C16C040C}"/>
          </ac:spMkLst>
        </pc:spChg>
        <pc:spChg chg="mod">
          <ac:chgData name="Kristian Hennings" userId="c750005e-88d6-4112-85a2-8817d1a82a89" providerId="ADAL" clId="{AE8DBBD2-E51C-4F65-B024-D25F532E7882}" dt="2024-11-30T15:02:52.460" v="2"/>
          <ac:spMkLst>
            <pc:docMk/>
            <pc:sldMk cId="786876301" sldId="256"/>
            <ac:spMk id="10" creationId="{48B1CA42-3DC2-E001-6EF1-AF0C28591EF9}"/>
          </ac:spMkLst>
        </pc:spChg>
        <pc:spChg chg="mod">
          <ac:chgData name="Kristian Hennings" userId="c750005e-88d6-4112-85a2-8817d1a82a89" providerId="ADAL" clId="{AE8DBBD2-E51C-4F65-B024-D25F532E7882}" dt="2024-11-30T15:02:52.460" v="2"/>
          <ac:spMkLst>
            <pc:docMk/>
            <pc:sldMk cId="786876301" sldId="256"/>
            <ac:spMk id="11" creationId="{16FF281D-A8BD-D5BA-C437-31E2085B32D6}"/>
          </ac:spMkLst>
        </pc:spChg>
        <pc:spChg chg="mod">
          <ac:chgData name="Kristian Hennings" userId="c750005e-88d6-4112-85a2-8817d1a82a89" providerId="ADAL" clId="{AE8DBBD2-E51C-4F65-B024-D25F532E7882}" dt="2024-11-30T15:02:52.460" v="2"/>
          <ac:spMkLst>
            <pc:docMk/>
            <pc:sldMk cId="786876301" sldId="256"/>
            <ac:spMk id="12" creationId="{3E6C226E-4660-CBFF-D7AF-D5CA335D261E}"/>
          </ac:spMkLst>
        </pc:spChg>
        <pc:spChg chg="mod">
          <ac:chgData name="Kristian Hennings" userId="c750005e-88d6-4112-85a2-8817d1a82a89" providerId="ADAL" clId="{AE8DBBD2-E51C-4F65-B024-D25F532E7882}" dt="2024-11-30T15:02:52.460" v="2"/>
          <ac:spMkLst>
            <pc:docMk/>
            <pc:sldMk cId="786876301" sldId="256"/>
            <ac:spMk id="13" creationId="{D91DF96F-0D96-607D-C771-13F9FA8FBF6B}"/>
          </ac:spMkLst>
        </pc:spChg>
        <pc:spChg chg="mod">
          <ac:chgData name="Kristian Hennings" userId="c750005e-88d6-4112-85a2-8817d1a82a89" providerId="ADAL" clId="{AE8DBBD2-E51C-4F65-B024-D25F532E7882}" dt="2024-11-30T15:03:06.432" v="5"/>
          <ac:spMkLst>
            <pc:docMk/>
            <pc:sldMk cId="786876301" sldId="256"/>
            <ac:spMk id="16" creationId="{A1400182-4DB4-9A3A-9A6E-2528C280E06D}"/>
          </ac:spMkLst>
        </pc:spChg>
        <pc:spChg chg="mod">
          <ac:chgData name="Kristian Hennings" userId="c750005e-88d6-4112-85a2-8817d1a82a89" providerId="ADAL" clId="{AE8DBBD2-E51C-4F65-B024-D25F532E7882}" dt="2024-11-30T15:03:06.432" v="5"/>
          <ac:spMkLst>
            <pc:docMk/>
            <pc:sldMk cId="786876301" sldId="256"/>
            <ac:spMk id="17" creationId="{65C8A0F9-5CF2-3DF0-B048-1D4779C72C03}"/>
          </ac:spMkLst>
        </pc:spChg>
        <pc:spChg chg="mod">
          <ac:chgData name="Kristian Hennings" userId="c750005e-88d6-4112-85a2-8817d1a82a89" providerId="ADAL" clId="{AE8DBBD2-E51C-4F65-B024-D25F532E7882}" dt="2024-11-30T15:03:06.432" v="5"/>
          <ac:spMkLst>
            <pc:docMk/>
            <pc:sldMk cId="786876301" sldId="256"/>
            <ac:spMk id="18" creationId="{D5929FD8-EA32-6662-A27B-83AE3B49317B}"/>
          </ac:spMkLst>
        </pc:spChg>
        <pc:spChg chg="mod">
          <ac:chgData name="Kristian Hennings" userId="c750005e-88d6-4112-85a2-8817d1a82a89" providerId="ADAL" clId="{AE8DBBD2-E51C-4F65-B024-D25F532E7882}" dt="2024-11-30T15:03:06.432" v="5"/>
          <ac:spMkLst>
            <pc:docMk/>
            <pc:sldMk cId="786876301" sldId="256"/>
            <ac:spMk id="19" creationId="{7A6E53D8-2974-3777-FF46-B4618FD65878}"/>
          </ac:spMkLst>
        </pc:spChg>
        <pc:spChg chg="mod">
          <ac:chgData name="Kristian Hennings" userId="c750005e-88d6-4112-85a2-8817d1a82a89" providerId="ADAL" clId="{AE8DBBD2-E51C-4F65-B024-D25F532E7882}" dt="2024-11-30T15:03:06.432" v="5"/>
          <ac:spMkLst>
            <pc:docMk/>
            <pc:sldMk cId="786876301" sldId="256"/>
            <ac:spMk id="20" creationId="{5F025A39-B3B7-D9DC-0C20-796AFEC39D71}"/>
          </ac:spMkLst>
        </pc:spChg>
        <pc:spChg chg="mod">
          <ac:chgData name="Kristian Hennings" userId="c750005e-88d6-4112-85a2-8817d1a82a89" providerId="ADAL" clId="{AE8DBBD2-E51C-4F65-B024-D25F532E7882}" dt="2024-11-30T15:03:06.432" v="5"/>
          <ac:spMkLst>
            <pc:docMk/>
            <pc:sldMk cId="786876301" sldId="256"/>
            <ac:spMk id="21" creationId="{4CAED8EB-CF82-344F-8E6F-D62305E839E1}"/>
          </ac:spMkLst>
        </pc:spChg>
        <pc:spChg chg="mod">
          <ac:chgData name="Kristian Hennings" userId="c750005e-88d6-4112-85a2-8817d1a82a89" providerId="ADAL" clId="{AE8DBBD2-E51C-4F65-B024-D25F532E7882}" dt="2024-11-30T15:03:06.432" v="5"/>
          <ac:spMkLst>
            <pc:docMk/>
            <pc:sldMk cId="786876301" sldId="256"/>
            <ac:spMk id="22" creationId="{B6B20E5E-BAA5-FDC4-6BC7-D3BFD3FB139E}"/>
          </ac:spMkLst>
        </pc:spChg>
        <pc:spChg chg="mod">
          <ac:chgData name="Kristian Hennings" userId="c750005e-88d6-4112-85a2-8817d1a82a89" providerId="ADAL" clId="{AE8DBBD2-E51C-4F65-B024-D25F532E7882}" dt="2024-11-30T15:03:06.432" v="5"/>
          <ac:spMkLst>
            <pc:docMk/>
            <pc:sldMk cId="786876301" sldId="256"/>
            <ac:spMk id="23" creationId="{6125D2AD-E8CE-6286-FD7D-D67D947DEB67}"/>
          </ac:spMkLst>
        </pc:spChg>
        <pc:grpChg chg="add del mod">
          <ac:chgData name="Kristian Hennings" userId="c750005e-88d6-4112-85a2-8817d1a82a89" providerId="ADAL" clId="{AE8DBBD2-E51C-4F65-B024-D25F532E7882}" dt="2024-11-30T15:02:55.439" v="4" actId="478"/>
          <ac:grpSpMkLst>
            <pc:docMk/>
            <pc:sldMk cId="786876301" sldId="256"/>
            <ac:grpSpMk id="4" creationId="{00261F2C-ECA6-FF7E-3E02-37E2612876E7}"/>
          </ac:grpSpMkLst>
        </pc:grpChg>
        <pc:grpChg chg="add del mod">
          <ac:chgData name="Kristian Hennings" userId="c750005e-88d6-4112-85a2-8817d1a82a89" providerId="ADAL" clId="{AE8DBBD2-E51C-4F65-B024-D25F532E7882}" dt="2024-11-30T15:03:11.439" v="7" actId="478"/>
          <ac:grpSpMkLst>
            <pc:docMk/>
            <pc:sldMk cId="786876301" sldId="256"/>
            <ac:grpSpMk id="14" creationId="{DB8CB27C-E840-C338-459D-1D6AD9CDBC8C}"/>
          </ac:grpSpMkLst>
        </pc:grpChg>
        <pc:picChg chg="mod">
          <ac:chgData name="Kristian Hennings" userId="c750005e-88d6-4112-85a2-8817d1a82a89" providerId="ADAL" clId="{AE8DBBD2-E51C-4F65-B024-D25F532E7882}" dt="2024-11-30T15:02:52.460" v="2"/>
          <ac:picMkLst>
            <pc:docMk/>
            <pc:sldMk cId="786876301" sldId="256"/>
            <ac:picMk id="5" creationId="{4A2FDB25-387F-61ED-FB5F-DDA9AD1D115C}"/>
          </ac:picMkLst>
        </pc:picChg>
        <pc:picChg chg="mod">
          <ac:chgData name="Kristian Hennings" userId="c750005e-88d6-4112-85a2-8817d1a82a89" providerId="ADAL" clId="{AE8DBBD2-E51C-4F65-B024-D25F532E7882}" dt="2024-11-30T15:03:06.432" v="5"/>
          <ac:picMkLst>
            <pc:docMk/>
            <pc:sldMk cId="786876301" sldId="256"/>
            <ac:picMk id="15" creationId="{99956B02-D2EE-5928-617A-E02A2618E81E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620084" y="2356703"/>
            <a:ext cx="18360946" cy="5013407"/>
          </a:xfrm>
        </p:spPr>
        <p:txBody>
          <a:bodyPr anchor="b"/>
          <a:lstStyle>
            <a:lvl1pPr algn="ctr">
              <a:defRPr sz="1259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700139" y="7563446"/>
            <a:ext cx="16200835" cy="3476717"/>
          </a:xfrm>
        </p:spPr>
        <p:txBody>
          <a:bodyPr/>
          <a:lstStyle>
            <a:lvl1pPr marL="0" indent="0" algn="ctr">
              <a:buNone/>
              <a:defRPr sz="5040"/>
            </a:lvl1pPr>
            <a:lvl2pPr marL="960029" indent="0" algn="ctr">
              <a:buNone/>
              <a:defRPr sz="4200"/>
            </a:lvl2pPr>
            <a:lvl3pPr marL="1920057" indent="0" algn="ctr">
              <a:buNone/>
              <a:defRPr sz="3780"/>
            </a:lvl3pPr>
            <a:lvl4pPr marL="2880086" indent="0" algn="ctr">
              <a:buNone/>
              <a:defRPr sz="3360"/>
            </a:lvl4pPr>
            <a:lvl5pPr marL="3840114" indent="0" algn="ctr">
              <a:buNone/>
              <a:defRPr sz="3360"/>
            </a:lvl5pPr>
            <a:lvl6pPr marL="4800143" indent="0" algn="ctr">
              <a:buNone/>
              <a:defRPr sz="3360"/>
            </a:lvl6pPr>
            <a:lvl7pPr marL="5760171" indent="0" algn="ctr">
              <a:buNone/>
              <a:defRPr sz="3360"/>
            </a:lvl7pPr>
            <a:lvl8pPr marL="6720200" indent="0" algn="ctr">
              <a:buNone/>
              <a:defRPr sz="3360"/>
            </a:lvl8pPr>
            <a:lvl9pPr marL="7680228" indent="0" algn="ctr">
              <a:buNone/>
              <a:defRPr sz="336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465E3F-0B9F-47C9-9E08-5C827E095B3E}" type="datetimeFigureOut">
              <a:rPr lang="en-DK" smtClean="0"/>
              <a:t>23/01/2026</a:t>
            </a:fld>
            <a:endParaRPr lang="en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E01953-AB1B-46CE-9FDF-94D2B1990282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9105998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465E3F-0B9F-47C9-9E08-5C827E095B3E}" type="datetimeFigureOut">
              <a:rPr lang="en-DK" smtClean="0"/>
              <a:t>23/01/2026</a:t>
            </a:fld>
            <a:endParaRPr lang="en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E01953-AB1B-46CE-9FDF-94D2B1990282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4472666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73827" y="3590057"/>
            <a:ext cx="18630960" cy="5990088"/>
          </a:xfrm>
        </p:spPr>
        <p:txBody>
          <a:bodyPr anchor="b"/>
          <a:lstStyle>
            <a:lvl1pPr>
              <a:defRPr sz="1259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73827" y="9636813"/>
            <a:ext cx="18630960" cy="3150046"/>
          </a:xfrm>
        </p:spPr>
        <p:txBody>
          <a:bodyPr/>
          <a:lstStyle>
            <a:lvl1pPr marL="0" indent="0">
              <a:buNone/>
              <a:defRPr sz="5040">
                <a:solidFill>
                  <a:schemeClr val="tx1">
                    <a:tint val="82000"/>
                  </a:schemeClr>
                </a:solidFill>
              </a:defRPr>
            </a:lvl1pPr>
            <a:lvl2pPr marL="960029" indent="0">
              <a:buNone/>
              <a:defRPr sz="4200">
                <a:solidFill>
                  <a:schemeClr val="tx1">
                    <a:tint val="82000"/>
                  </a:schemeClr>
                </a:solidFill>
              </a:defRPr>
            </a:lvl2pPr>
            <a:lvl3pPr marL="1920057" indent="0">
              <a:buNone/>
              <a:defRPr sz="3780">
                <a:solidFill>
                  <a:schemeClr val="tx1">
                    <a:tint val="82000"/>
                  </a:schemeClr>
                </a:solidFill>
              </a:defRPr>
            </a:lvl3pPr>
            <a:lvl4pPr marL="2880086" indent="0">
              <a:buNone/>
              <a:defRPr sz="3360">
                <a:solidFill>
                  <a:schemeClr val="tx1">
                    <a:tint val="82000"/>
                  </a:schemeClr>
                </a:solidFill>
              </a:defRPr>
            </a:lvl4pPr>
            <a:lvl5pPr marL="3840114" indent="0">
              <a:buNone/>
              <a:defRPr sz="3360">
                <a:solidFill>
                  <a:schemeClr val="tx1">
                    <a:tint val="82000"/>
                  </a:schemeClr>
                </a:solidFill>
              </a:defRPr>
            </a:lvl5pPr>
            <a:lvl6pPr marL="4800143" indent="0">
              <a:buNone/>
              <a:defRPr sz="3360">
                <a:solidFill>
                  <a:schemeClr val="tx1">
                    <a:tint val="82000"/>
                  </a:schemeClr>
                </a:solidFill>
              </a:defRPr>
            </a:lvl6pPr>
            <a:lvl7pPr marL="5760171" indent="0">
              <a:buNone/>
              <a:defRPr sz="3360">
                <a:solidFill>
                  <a:schemeClr val="tx1">
                    <a:tint val="82000"/>
                  </a:schemeClr>
                </a:solidFill>
              </a:defRPr>
            </a:lvl7pPr>
            <a:lvl8pPr marL="6720200" indent="0">
              <a:buNone/>
              <a:defRPr sz="3360">
                <a:solidFill>
                  <a:schemeClr val="tx1">
                    <a:tint val="82000"/>
                  </a:schemeClr>
                </a:solidFill>
              </a:defRPr>
            </a:lvl8pPr>
            <a:lvl9pPr marL="7680228" indent="0">
              <a:buNone/>
              <a:defRPr sz="336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465E3F-0B9F-47C9-9E08-5C827E095B3E}" type="datetimeFigureOut">
              <a:rPr lang="en-DK" smtClean="0"/>
              <a:t>23/01/2026</a:t>
            </a:fld>
            <a:endParaRPr lang="en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E01953-AB1B-46CE-9FDF-94D2B1990282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8842205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85077" y="3833390"/>
            <a:ext cx="9180473" cy="91368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35563" y="3833390"/>
            <a:ext cx="9180473" cy="91368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465E3F-0B9F-47C9-9E08-5C827E095B3E}" type="datetimeFigureOut">
              <a:rPr lang="en-DK" smtClean="0"/>
              <a:t>23/01/2026</a:t>
            </a:fld>
            <a:endParaRPr lang="en-D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E01953-AB1B-46CE-9FDF-94D2B1990282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40285662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7890" y="766681"/>
            <a:ext cx="18630960" cy="278337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7892" y="3530053"/>
            <a:ext cx="9138282" cy="1730025"/>
          </a:xfrm>
        </p:spPr>
        <p:txBody>
          <a:bodyPr anchor="b"/>
          <a:lstStyle>
            <a:lvl1pPr marL="0" indent="0">
              <a:buNone/>
              <a:defRPr sz="5040" b="1"/>
            </a:lvl1pPr>
            <a:lvl2pPr marL="960029" indent="0">
              <a:buNone/>
              <a:defRPr sz="4200" b="1"/>
            </a:lvl2pPr>
            <a:lvl3pPr marL="1920057" indent="0">
              <a:buNone/>
              <a:defRPr sz="3780" b="1"/>
            </a:lvl3pPr>
            <a:lvl4pPr marL="2880086" indent="0">
              <a:buNone/>
              <a:defRPr sz="3360" b="1"/>
            </a:lvl4pPr>
            <a:lvl5pPr marL="3840114" indent="0">
              <a:buNone/>
              <a:defRPr sz="3360" b="1"/>
            </a:lvl5pPr>
            <a:lvl6pPr marL="4800143" indent="0">
              <a:buNone/>
              <a:defRPr sz="3360" b="1"/>
            </a:lvl6pPr>
            <a:lvl7pPr marL="5760171" indent="0">
              <a:buNone/>
              <a:defRPr sz="3360" b="1"/>
            </a:lvl7pPr>
            <a:lvl8pPr marL="6720200" indent="0">
              <a:buNone/>
              <a:defRPr sz="3360" b="1"/>
            </a:lvl8pPr>
            <a:lvl9pPr marL="7680228" indent="0">
              <a:buNone/>
              <a:defRPr sz="336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87892" y="5260078"/>
            <a:ext cx="9138282" cy="77367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0935564" y="3530053"/>
            <a:ext cx="9183287" cy="1730025"/>
          </a:xfrm>
        </p:spPr>
        <p:txBody>
          <a:bodyPr anchor="b"/>
          <a:lstStyle>
            <a:lvl1pPr marL="0" indent="0">
              <a:buNone/>
              <a:defRPr sz="5040" b="1"/>
            </a:lvl1pPr>
            <a:lvl2pPr marL="960029" indent="0">
              <a:buNone/>
              <a:defRPr sz="4200" b="1"/>
            </a:lvl2pPr>
            <a:lvl3pPr marL="1920057" indent="0">
              <a:buNone/>
              <a:defRPr sz="3780" b="1"/>
            </a:lvl3pPr>
            <a:lvl4pPr marL="2880086" indent="0">
              <a:buNone/>
              <a:defRPr sz="3360" b="1"/>
            </a:lvl4pPr>
            <a:lvl5pPr marL="3840114" indent="0">
              <a:buNone/>
              <a:defRPr sz="3360" b="1"/>
            </a:lvl5pPr>
            <a:lvl6pPr marL="4800143" indent="0">
              <a:buNone/>
              <a:defRPr sz="3360" b="1"/>
            </a:lvl6pPr>
            <a:lvl7pPr marL="5760171" indent="0">
              <a:buNone/>
              <a:defRPr sz="3360" b="1"/>
            </a:lvl7pPr>
            <a:lvl8pPr marL="6720200" indent="0">
              <a:buNone/>
              <a:defRPr sz="3360" b="1"/>
            </a:lvl8pPr>
            <a:lvl9pPr marL="7680228" indent="0">
              <a:buNone/>
              <a:defRPr sz="336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0935564" y="5260078"/>
            <a:ext cx="9183287" cy="77367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465E3F-0B9F-47C9-9E08-5C827E095B3E}" type="datetimeFigureOut">
              <a:rPr lang="en-DK" smtClean="0"/>
              <a:t>23/01/2026</a:t>
            </a:fld>
            <a:endParaRPr lang="en-DK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E01953-AB1B-46CE-9FDF-94D2B1990282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8596007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465E3F-0B9F-47C9-9E08-5C827E095B3E}" type="datetimeFigureOut">
              <a:rPr lang="en-DK" smtClean="0"/>
              <a:t>23/01/2026</a:t>
            </a:fld>
            <a:endParaRPr lang="en-DK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E01953-AB1B-46CE-9FDF-94D2B1990282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14796129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465E3F-0B9F-47C9-9E08-5C827E095B3E}" type="datetimeFigureOut">
              <a:rPr lang="en-DK" smtClean="0"/>
              <a:t>23/01/2026</a:t>
            </a:fld>
            <a:endParaRPr lang="en-DK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E01953-AB1B-46CE-9FDF-94D2B1990282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14380336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7890" y="960014"/>
            <a:ext cx="6966921" cy="3360050"/>
          </a:xfrm>
        </p:spPr>
        <p:txBody>
          <a:bodyPr anchor="b"/>
          <a:lstStyle>
            <a:lvl1pPr>
              <a:defRPr sz="671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183287" y="2073367"/>
            <a:ext cx="10935563" cy="10233485"/>
          </a:xfrm>
        </p:spPr>
        <p:txBody>
          <a:bodyPr/>
          <a:lstStyle>
            <a:lvl1pPr>
              <a:defRPr sz="6719"/>
            </a:lvl1pPr>
            <a:lvl2pPr>
              <a:defRPr sz="5879"/>
            </a:lvl2pPr>
            <a:lvl3pPr>
              <a:defRPr sz="5040"/>
            </a:lvl3pPr>
            <a:lvl4pPr>
              <a:defRPr sz="4200"/>
            </a:lvl4pPr>
            <a:lvl5pPr>
              <a:defRPr sz="4200"/>
            </a:lvl5pPr>
            <a:lvl6pPr>
              <a:defRPr sz="4200"/>
            </a:lvl6pPr>
            <a:lvl7pPr>
              <a:defRPr sz="4200"/>
            </a:lvl7pPr>
            <a:lvl8pPr>
              <a:defRPr sz="4200"/>
            </a:lvl8pPr>
            <a:lvl9pPr>
              <a:defRPr sz="4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87890" y="4320064"/>
            <a:ext cx="6966921" cy="8003453"/>
          </a:xfrm>
        </p:spPr>
        <p:txBody>
          <a:bodyPr/>
          <a:lstStyle>
            <a:lvl1pPr marL="0" indent="0">
              <a:buNone/>
              <a:defRPr sz="3360"/>
            </a:lvl1pPr>
            <a:lvl2pPr marL="960029" indent="0">
              <a:buNone/>
              <a:defRPr sz="2940"/>
            </a:lvl2pPr>
            <a:lvl3pPr marL="1920057" indent="0">
              <a:buNone/>
              <a:defRPr sz="2520"/>
            </a:lvl3pPr>
            <a:lvl4pPr marL="2880086" indent="0">
              <a:buNone/>
              <a:defRPr sz="2100"/>
            </a:lvl4pPr>
            <a:lvl5pPr marL="3840114" indent="0">
              <a:buNone/>
              <a:defRPr sz="2100"/>
            </a:lvl5pPr>
            <a:lvl6pPr marL="4800143" indent="0">
              <a:buNone/>
              <a:defRPr sz="2100"/>
            </a:lvl6pPr>
            <a:lvl7pPr marL="5760171" indent="0">
              <a:buNone/>
              <a:defRPr sz="2100"/>
            </a:lvl7pPr>
            <a:lvl8pPr marL="6720200" indent="0">
              <a:buNone/>
              <a:defRPr sz="2100"/>
            </a:lvl8pPr>
            <a:lvl9pPr marL="7680228" indent="0">
              <a:buNone/>
              <a:defRPr sz="21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465E3F-0B9F-47C9-9E08-5C827E095B3E}" type="datetimeFigureOut">
              <a:rPr lang="en-DK" smtClean="0"/>
              <a:t>23/01/2026</a:t>
            </a:fld>
            <a:endParaRPr lang="en-D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E01953-AB1B-46CE-9FDF-94D2B1990282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9825244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7890" y="960014"/>
            <a:ext cx="6966921" cy="3360050"/>
          </a:xfrm>
        </p:spPr>
        <p:txBody>
          <a:bodyPr anchor="b"/>
          <a:lstStyle>
            <a:lvl1pPr>
              <a:defRPr sz="671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183287" y="2073367"/>
            <a:ext cx="10935563" cy="10233485"/>
          </a:xfrm>
        </p:spPr>
        <p:txBody>
          <a:bodyPr anchor="t"/>
          <a:lstStyle>
            <a:lvl1pPr marL="0" indent="0">
              <a:buNone/>
              <a:defRPr sz="6719"/>
            </a:lvl1pPr>
            <a:lvl2pPr marL="960029" indent="0">
              <a:buNone/>
              <a:defRPr sz="5879"/>
            </a:lvl2pPr>
            <a:lvl3pPr marL="1920057" indent="0">
              <a:buNone/>
              <a:defRPr sz="5040"/>
            </a:lvl3pPr>
            <a:lvl4pPr marL="2880086" indent="0">
              <a:buNone/>
              <a:defRPr sz="4200"/>
            </a:lvl4pPr>
            <a:lvl5pPr marL="3840114" indent="0">
              <a:buNone/>
              <a:defRPr sz="4200"/>
            </a:lvl5pPr>
            <a:lvl6pPr marL="4800143" indent="0">
              <a:buNone/>
              <a:defRPr sz="4200"/>
            </a:lvl6pPr>
            <a:lvl7pPr marL="5760171" indent="0">
              <a:buNone/>
              <a:defRPr sz="4200"/>
            </a:lvl7pPr>
            <a:lvl8pPr marL="6720200" indent="0">
              <a:buNone/>
              <a:defRPr sz="4200"/>
            </a:lvl8pPr>
            <a:lvl9pPr marL="7680228" indent="0">
              <a:buNone/>
              <a:defRPr sz="42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87890" y="4320064"/>
            <a:ext cx="6966921" cy="8003453"/>
          </a:xfrm>
        </p:spPr>
        <p:txBody>
          <a:bodyPr/>
          <a:lstStyle>
            <a:lvl1pPr marL="0" indent="0">
              <a:buNone/>
              <a:defRPr sz="3360"/>
            </a:lvl1pPr>
            <a:lvl2pPr marL="960029" indent="0">
              <a:buNone/>
              <a:defRPr sz="2940"/>
            </a:lvl2pPr>
            <a:lvl3pPr marL="1920057" indent="0">
              <a:buNone/>
              <a:defRPr sz="2520"/>
            </a:lvl3pPr>
            <a:lvl4pPr marL="2880086" indent="0">
              <a:buNone/>
              <a:defRPr sz="2100"/>
            </a:lvl4pPr>
            <a:lvl5pPr marL="3840114" indent="0">
              <a:buNone/>
              <a:defRPr sz="2100"/>
            </a:lvl5pPr>
            <a:lvl6pPr marL="4800143" indent="0">
              <a:buNone/>
              <a:defRPr sz="2100"/>
            </a:lvl6pPr>
            <a:lvl7pPr marL="5760171" indent="0">
              <a:buNone/>
              <a:defRPr sz="2100"/>
            </a:lvl7pPr>
            <a:lvl8pPr marL="6720200" indent="0">
              <a:buNone/>
              <a:defRPr sz="2100"/>
            </a:lvl8pPr>
            <a:lvl9pPr marL="7680228" indent="0">
              <a:buNone/>
              <a:defRPr sz="21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465E3F-0B9F-47C9-9E08-5C827E095B3E}" type="datetimeFigureOut">
              <a:rPr lang="en-DK" smtClean="0"/>
              <a:t>23/01/2026</a:t>
            </a:fld>
            <a:endParaRPr lang="en-D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E01953-AB1B-46CE-9FDF-94D2B1990282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525472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465E3F-0B9F-47C9-9E08-5C827E095B3E}" type="datetimeFigureOut">
              <a:rPr lang="en-DK" smtClean="0"/>
              <a:t>23/01/2026</a:t>
            </a:fld>
            <a:endParaRPr lang="en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E01953-AB1B-46CE-9FDF-94D2B1990282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17345792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5458298" y="766678"/>
            <a:ext cx="4657740" cy="1220351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85078" y="766678"/>
            <a:ext cx="13703206" cy="1220351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465E3F-0B9F-47C9-9E08-5C827E095B3E}" type="datetimeFigureOut">
              <a:rPr lang="en-DK" smtClean="0"/>
              <a:t>23/01/2026</a:t>
            </a:fld>
            <a:endParaRPr lang="en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E01953-AB1B-46CE-9FDF-94D2B1990282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1242207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85077" y="766681"/>
            <a:ext cx="18630960" cy="278337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5077" y="3833390"/>
            <a:ext cx="18630960" cy="913680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485077" y="13346867"/>
            <a:ext cx="4860250" cy="76667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5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1465E3F-0B9F-47C9-9E08-5C827E095B3E}" type="datetimeFigureOut">
              <a:rPr lang="en-DK" smtClean="0"/>
              <a:t>23/01/2026</a:t>
            </a:fld>
            <a:endParaRPr lang="en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7155369" y="13346867"/>
            <a:ext cx="7290376" cy="76667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5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5255786" y="13346867"/>
            <a:ext cx="4860250" cy="76667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5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0E01953-AB1B-46CE-9FDF-94D2B1990282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2630290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1920057" rtl="0" eaLnBrk="1" latinLnBrk="0" hangingPunct="1">
        <a:lnSpc>
          <a:spcPct val="90000"/>
        </a:lnSpc>
        <a:spcBef>
          <a:spcPct val="0"/>
        </a:spcBef>
        <a:buNone/>
        <a:defRPr sz="9239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80014" indent="-480014" algn="l" defTabSz="1920057" rtl="0" eaLnBrk="1" latinLnBrk="0" hangingPunct="1">
        <a:lnSpc>
          <a:spcPct val="90000"/>
        </a:lnSpc>
        <a:spcBef>
          <a:spcPts val="2100"/>
        </a:spcBef>
        <a:buFont typeface="Arial" panose="020B0604020202020204" pitchFamily="34" charset="0"/>
        <a:buChar char="•"/>
        <a:defRPr sz="5879" kern="1200">
          <a:solidFill>
            <a:schemeClr val="tx1"/>
          </a:solidFill>
          <a:latin typeface="+mn-lt"/>
          <a:ea typeface="+mn-ea"/>
          <a:cs typeface="+mn-cs"/>
        </a:defRPr>
      </a:lvl1pPr>
      <a:lvl2pPr marL="1440043" indent="-480014" algn="l" defTabSz="1920057" rtl="0" eaLnBrk="1" latinLnBrk="0" hangingPunct="1">
        <a:lnSpc>
          <a:spcPct val="90000"/>
        </a:lnSpc>
        <a:spcBef>
          <a:spcPts val="1050"/>
        </a:spcBef>
        <a:buFont typeface="Arial" panose="020B0604020202020204" pitchFamily="34" charset="0"/>
        <a:buChar char="•"/>
        <a:defRPr sz="5040" kern="1200">
          <a:solidFill>
            <a:schemeClr val="tx1"/>
          </a:solidFill>
          <a:latin typeface="+mn-lt"/>
          <a:ea typeface="+mn-ea"/>
          <a:cs typeface="+mn-cs"/>
        </a:defRPr>
      </a:lvl2pPr>
      <a:lvl3pPr marL="2400071" indent="-480014" algn="l" defTabSz="1920057" rtl="0" eaLnBrk="1" latinLnBrk="0" hangingPunct="1">
        <a:lnSpc>
          <a:spcPct val="90000"/>
        </a:lnSpc>
        <a:spcBef>
          <a:spcPts val="1050"/>
        </a:spcBef>
        <a:buFont typeface="Arial" panose="020B0604020202020204" pitchFamily="34" charset="0"/>
        <a:buChar char="•"/>
        <a:defRPr sz="4200" kern="1200">
          <a:solidFill>
            <a:schemeClr val="tx1"/>
          </a:solidFill>
          <a:latin typeface="+mn-lt"/>
          <a:ea typeface="+mn-ea"/>
          <a:cs typeface="+mn-cs"/>
        </a:defRPr>
      </a:lvl3pPr>
      <a:lvl4pPr marL="3360100" indent="-480014" algn="l" defTabSz="1920057" rtl="0" eaLnBrk="1" latinLnBrk="0" hangingPunct="1">
        <a:lnSpc>
          <a:spcPct val="90000"/>
        </a:lnSpc>
        <a:spcBef>
          <a:spcPts val="1050"/>
        </a:spcBef>
        <a:buFont typeface="Arial" panose="020B0604020202020204" pitchFamily="34" charset="0"/>
        <a:buChar char="•"/>
        <a:defRPr sz="3780" kern="1200">
          <a:solidFill>
            <a:schemeClr val="tx1"/>
          </a:solidFill>
          <a:latin typeface="+mn-lt"/>
          <a:ea typeface="+mn-ea"/>
          <a:cs typeface="+mn-cs"/>
        </a:defRPr>
      </a:lvl4pPr>
      <a:lvl5pPr marL="4320129" indent="-480014" algn="l" defTabSz="1920057" rtl="0" eaLnBrk="1" latinLnBrk="0" hangingPunct="1">
        <a:lnSpc>
          <a:spcPct val="90000"/>
        </a:lnSpc>
        <a:spcBef>
          <a:spcPts val="1050"/>
        </a:spcBef>
        <a:buFont typeface="Arial" panose="020B0604020202020204" pitchFamily="34" charset="0"/>
        <a:buChar char="•"/>
        <a:defRPr sz="3780" kern="1200">
          <a:solidFill>
            <a:schemeClr val="tx1"/>
          </a:solidFill>
          <a:latin typeface="+mn-lt"/>
          <a:ea typeface="+mn-ea"/>
          <a:cs typeface="+mn-cs"/>
        </a:defRPr>
      </a:lvl5pPr>
      <a:lvl6pPr marL="5280157" indent="-480014" algn="l" defTabSz="1920057" rtl="0" eaLnBrk="1" latinLnBrk="0" hangingPunct="1">
        <a:lnSpc>
          <a:spcPct val="90000"/>
        </a:lnSpc>
        <a:spcBef>
          <a:spcPts val="1050"/>
        </a:spcBef>
        <a:buFont typeface="Arial" panose="020B0604020202020204" pitchFamily="34" charset="0"/>
        <a:buChar char="•"/>
        <a:defRPr sz="3780" kern="1200">
          <a:solidFill>
            <a:schemeClr val="tx1"/>
          </a:solidFill>
          <a:latin typeface="+mn-lt"/>
          <a:ea typeface="+mn-ea"/>
          <a:cs typeface="+mn-cs"/>
        </a:defRPr>
      </a:lvl6pPr>
      <a:lvl7pPr marL="6240186" indent="-480014" algn="l" defTabSz="1920057" rtl="0" eaLnBrk="1" latinLnBrk="0" hangingPunct="1">
        <a:lnSpc>
          <a:spcPct val="90000"/>
        </a:lnSpc>
        <a:spcBef>
          <a:spcPts val="1050"/>
        </a:spcBef>
        <a:buFont typeface="Arial" panose="020B0604020202020204" pitchFamily="34" charset="0"/>
        <a:buChar char="•"/>
        <a:defRPr sz="3780" kern="1200">
          <a:solidFill>
            <a:schemeClr val="tx1"/>
          </a:solidFill>
          <a:latin typeface="+mn-lt"/>
          <a:ea typeface="+mn-ea"/>
          <a:cs typeface="+mn-cs"/>
        </a:defRPr>
      </a:lvl7pPr>
      <a:lvl8pPr marL="7200214" indent="-480014" algn="l" defTabSz="1920057" rtl="0" eaLnBrk="1" latinLnBrk="0" hangingPunct="1">
        <a:lnSpc>
          <a:spcPct val="90000"/>
        </a:lnSpc>
        <a:spcBef>
          <a:spcPts val="1050"/>
        </a:spcBef>
        <a:buFont typeface="Arial" panose="020B0604020202020204" pitchFamily="34" charset="0"/>
        <a:buChar char="•"/>
        <a:defRPr sz="3780" kern="1200">
          <a:solidFill>
            <a:schemeClr val="tx1"/>
          </a:solidFill>
          <a:latin typeface="+mn-lt"/>
          <a:ea typeface="+mn-ea"/>
          <a:cs typeface="+mn-cs"/>
        </a:defRPr>
      </a:lvl8pPr>
      <a:lvl9pPr marL="8160243" indent="-480014" algn="l" defTabSz="1920057" rtl="0" eaLnBrk="1" latinLnBrk="0" hangingPunct="1">
        <a:lnSpc>
          <a:spcPct val="90000"/>
        </a:lnSpc>
        <a:spcBef>
          <a:spcPts val="1050"/>
        </a:spcBef>
        <a:buFont typeface="Arial" panose="020B0604020202020204" pitchFamily="34" charset="0"/>
        <a:buChar char="•"/>
        <a:defRPr sz="378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920057" rtl="0" eaLnBrk="1" latinLnBrk="0" hangingPunct="1">
        <a:defRPr sz="3780" kern="1200">
          <a:solidFill>
            <a:schemeClr val="tx1"/>
          </a:solidFill>
          <a:latin typeface="+mn-lt"/>
          <a:ea typeface="+mn-ea"/>
          <a:cs typeface="+mn-cs"/>
        </a:defRPr>
      </a:lvl1pPr>
      <a:lvl2pPr marL="960029" algn="l" defTabSz="1920057" rtl="0" eaLnBrk="1" latinLnBrk="0" hangingPunct="1">
        <a:defRPr sz="3780" kern="1200">
          <a:solidFill>
            <a:schemeClr val="tx1"/>
          </a:solidFill>
          <a:latin typeface="+mn-lt"/>
          <a:ea typeface="+mn-ea"/>
          <a:cs typeface="+mn-cs"/>
        </a:defRPr>
      </a:lvl2pPr>
      <a:lvl3pPr marL="1920057" algn="l" defTabSz="1920057" rtl="0" eaLnBrk="1" latinLnBrk="0" hangingPunct="1">
        <a:defRPr sz="3780" kern="1200">
          <a:solidFill>
            <a:schemeClr val="tx1"/>
          </a:solidFill>
          <a:latin typeface="+mn-lt"/>
          <a:ea typeface="+mn-ea"/>
          <a:cs typeface="+mn-cs"/>
        </a:defRPr>
      </a:lvl3pPr>
      <a:lvl4pPr marL="2880086" algn="l" defTabSz="1920057" rtl="0" eaLnBrk="1" latinLnBrk="0" hangingPunct="1">
        <a:defRPr sz="3780" kern="1200">
          <a:solidFill>
            <a:schemeClr val="tx1"/>
          </a:solidFill>
          <a:latin typeface="+mn-lt"/>
          <a:ea typeface="+mn-ea"/>
          <a:cs typeface="+mn-cs"/>
        </a:defRPr>
      </a:lvl4pPr>
      <a:lvl5pPr marL="3840114" algn="l" defTabSz="1920057" rtl="0" eaLnBrk="1" latinLnBrk="0" hangingPunct="1">
        <a:defRPr sz="3780" kern="1200">
          <a:solidFill>
            <a:schemeClr val="tx1"/>
          </a:solidFill>
          <a:latin typeface="+mn-lt"/>
          <a:ea typeface="+mn-ea"/>
          <a:cs typeface="+mn-cs"/>
        </a:defRPr>
      </a:lvl5pPr>
      <a:lvl6pPr marL="4800143" algn="l" defTabSz="1920057" rtl="0" eaLnBrk="1" latinLnBrk="0" hangingPunct="1">
        <a:defRPr sz="3780" kern="1200">
          <a:solidFill>
            <a:schemeClr val="tx1"/>
          </a:solidFill>
          <a:latin typeface="+mn-lt"/>
          <a:ea typeface="+mn-ea"/>
          <a:cs typeface="+mn-cs"/>
        </a:defRPr>
      </a:lvl6pPr>
      <a:lvl7pPr marL="5760171" algn="l" defTabSz="1920057" rtl="0" eaLnBrk="1" latinLnBrk="0" hangingPunct="1">
        <a:defRPr sz="3780" kern="1200">
          <a:solidFill>
            <a:schemeClr val="tx1"/>
          </a:solidFill>
          <a:latin typeface="+mn-lt"/>
          <a:ea typeface="+mn-ea"/>
          <a:cs typeface="+mn-cs"/>
        </a:defRPr>
      </a:lvl7pPr>
      <a:lvl8pPr marL="6720200" algn="l" defTabSz="1920057" rtl="0" eaLnBrk="1" latinLnBrk="0" hangingPunct="1">
        <a:defRPr sz="3780" kern="1200">
          <a:solidFill>
            <a:schemeClr val="tx1"/>
          </a:solidFill>
          <a:latin typeface="+mn-lt"/>
          <a:ea typeface="+mn-ea"/>
          <a:cs typeface="+mn-cs"/>
        </a:defRPr>
      </a:lvl8pPr>
      <a:lvl9pPr marL="7680228" algn="l" defTabSz="1920057" rtl="0" eaLnBrk="1" latinLnBrk="0" hangingPunct="1">
        <a:defRPr sz="378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CDE9BCD2-B6E1-BA55-C381-72DE689B0775}"/>
              </a:ext>
            </a:extLst>
          </p:cNvPr>
          <p:cNvGrpSpPr/>
          <p:nvPr/>
        </p:nvGrpSpPr>
        <p:grpSpPr>
          <a:xfrm>
            <a:off x="8675916" y="3842684"/>
            <a:ext cx="4249280" cy="1877731"/>
            <a:chOff x="828110" y="623234"/>
            <a:chExt cx="4249280" cy="1877731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0723026B-682B-1469-6286-B9F4A600C8E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28110" y="623234"/>
              <a:ext cx="4249280" cy="1877731"/>
            </a:xfrm>
            <a:prstGeom prst="rect">
              <a:avLst/>
            </a:prstGeom>
          </p:spPr>
        </p:pic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9B802F92-3CA6-DA31-30E2-093627AE5A9B}"/>
                </a:ext>
              </a:extLst>
            </p:cNvPr>
            <p:cNvSpPr/>
            <p:nvPr/>
          </p:nvSpPr>
          <p:spPr>
            <a:xfrm>
              <a:off x="1066800" y="2386665"/>
              <a:ext cx="104775" cy="104775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DC7A41B-AAA7-D338-CB2F-CBFFC35727B2}"/>
                </a:ext>
              </a:extLst>
            </p:cNvPr>
            <p:cNvSpPr/>
            <p:nvPr/>
          </p:nvSpPr>
          <p:spPr>
            <a:xfrm>
              <a:off x="2019300" y="2386665"/>
              <a:ext cx="104775" cy="104775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740FC5C-1F1A-2FE2-D792-BB66E2170895}"/>
                </a:ext>
              </a:extLst>
            </p:cNvPr>
            <p:cNvSpPr/>
            <p:nvPr/>
          </p:nvSpPr>
          <p:spPr>
            <a:xfrm>
              <a:off x="2781300" y="2386665"/>
              <a:ext cx="104775" cy="104775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0F921F2D-8954-3CF8-F5FB-06D7F784EEDA}"/>
                </a:ext>
              </a:extLst>
            </p:cNvPr>
            <p:cNvSpPr/>
            <p:nvPr/>
          </p:nvSpPr>
          <p:spPr>
            <a:xfrm>
              <a:off x="3105432" y="2386665"/>
              <a:ext cx="104775" cy="104775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79039D70-DF50-0C32-5567-908430FAC25E}"/>
                </a:ext>
              </a:extLst>
            </p:cNvPr>
            <p:cNvSpPr/>
            <p:nvPr/>
          </p:nvSpPr>
          <p:spPr>
            <a:xfrm>
              <a:off x="3490912" y="2386665"/>
              <a:ext cx="104775" cy="104775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E63971AE-E65E-3EBA-336B-909404353D96}"/>
                </a:ext>
              </a:extLst>
            </p:cNvPr>
            <p:cNvSpPr/>
            <p:nvPr/>
          </p:nvSpPr>
          <p:spPr>
            <a:xfrm>
              <a:off x="3803421" y="2386665"/>
              <a:ext cx="104775" cy="104775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3F8D4D94-7F71-B051-46B8-E89FE71EB549}"/>
                </a:ext>
              </a:extLst>
            </p:cNvPr>
            <p:cNvSpPr/>
            <p:nvPr/>
          </p:nvSpPr>
          <p:spPr>
            <a:xfrm>
              <a:off x="4258522" y="2386665"/>
              <a:ext cx="104775" cy="104775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FD869045-5C7C-04E5-6D42-E44979F524DD}"/>
                </a:ext>
              </a:extLst>
            </p:cNvPr>
            <p:cNvSpPr/>
            <p:nvPr/>
          </p:nvSpPr>
          <p:spPr>
            <a:xfrm>
              <a:off x="4734489" y="2386665"/>
              <a:ext cx="104775" cy="104775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/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B9E33AF0-E64D-0A71-AF97-E502A473AEEA}"/>
              </a:ext>
            </a:extLst>
          </p:cNvPr>
          <p:cNvGrpSpPr/>
          <p:nvPr/>
        </p:nvGrpSpPr>
        <p:grpSpPr>
          <a:xfrm>
            <a:off x="13449071" y="4063493"/>
            <a:ext cx="1353429" cy="1652159"/>
            <a:chOff x="3922537" y="2676524"/>
            <a:chExt cx="1353429" cy="1652159"/>
          </a:xfrm>
        </p:grpSpPr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005FBFC7-7B3D-2453-C705-A5521B9E5F4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922537" y="2676524"/>
              <a:ext cx="1353429" cy="1652159"/>
            </a:xfrm>
            <a:prstGeom prst="rect">
              <a:avLst/>
            </a:prstGeom>
          </p:spPr>
        </p:pic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D62430BD-E977-67C4-F81B-703053548DE9}"/>
                </a:ext>
              </a:extLst>
            </p:cNvPr>
            <p:cNvSpPr/>
            <p:nvPr/>
          </p:nvSpPr>
          <p:spPr>
            <a:xfrm>
              <a:off x="4549439" y="4223905"/>
              <a:ext cx="85725" cy="9525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/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A922243A-6178-7750-84E3-0EC75851A9C2}"/>
              </a:ext>
            </a:extLst>
          </p:cNvPr>
          <p:cNvGrpSpPr/>
          <p:nvPr/>
        </p:nvGrpSpPr>
        <p:grpSpPr>
          <a:xfrm>
            <a:off x="5317347" y="6046994"/>
            <a:ext cx="2749534" cy="1676545"/>
            <a:chOff x="469970" y="4181402"/>
            <a:chExt cx="2749534" cy="1676545"/>
          </a:xfrm>
        </p:grpSpPr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7015FC22-7BEF-93FA-1818-B2A46A3638B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69970" y="4181402"/>
              <a:ext cx="2749534" cy="1676545"/>
            </a:xfrm>
            <a:prstGeom prst="rect">
              <a:avLst/>
            </a:prstGeom>
          </p:spPr>
        </p:pic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AC7A5ABE-38DA-F062-DA00-B0190C61CB5E}"/>
                </a:ext>
              </a:extLst>
            </p:cNvPr>
            <p:cNvSpPr/>
            <p:nvPr/>
          </p:nvSpPr>
          <p:spPr>
            <a:xfrm>
              <a:off x="3123247" y="4323267"/>
              <a:ext cx="85725" cy="9525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ED02BF7F-F7BA-EF7E-B33D-9E39F14A0688}"/>
                </a:ext>
              </a:extLst>
            </p:cNvPr>
            <p:cNvSpPr/>
            <p:nvPr/>
          </p:nvSpPr>
          <p:spPr>
            <a:xfrm>
              <a:off x="3123247" y="4566511"/>
              <a:ext cx="85725" cy="9525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95F7FFA3-9264-A2F8-D51B-60A90244AE70}"/>
                </a:ext>
              </a:extLst>
            </p:cNvPr>
            <p:cNvSpPr/>
            <p:nvPr/>
          </p:nvSpPr>
          <p:spPr>
            <a:xfrm>
              <a:off x="3123247" y="4803626"/>
              <a:ext cx="85725" cy="9525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E792C554-6D29-2B38-25FC-72FA3F327D08}"/>
                </a:ext>
              </a:extLst>
            </p:cNvPr>
            <p:cNvSpPr/>
            <p:nvPr/>
          </p:nvSpPr>
          <p:spPr>
            <a:xfrm>
              <a:off x="3123247" y="5018295"/>
              <a:ext cx="85725" cy="9525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/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D49DD487-8097-CA75-449F-C009A5EEBFB3}"/>
                </a:ext>
              </a:extLst>
            </p:cNvPr>
            <p:cNvSpPr/>
            <p:nvPr/>
          </p:nvSpPr>
          <p:spPr>
            <a:xfrm>
              <a:off x="3123247" y="5508179"/>
              <a:ext cx="85725" cy="9525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/>
            </a:p>
          </p:txBody>
        </p:sp>
      </p:grpSp>
      <p:pic>
        <p:nvPicPr>
          <p:cNvPr id="22" name="Picture 21">
            <a:extLst>
              <a:ext uri="{FF2B5EF4-FFF2-40B4-BE49-F238E27FC236}">
                <a16:creationId xmlns:a16="http://schemas.microsoft.com/office/drawing/2014/main" id="{BBF0847C-80A3-C720-1C4F-A92EB8886B8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426266" y="6537176"/>
            <a:ext cx="2005758" cy="1755800"/>
          </a:xfrm>
          <a:prstGeom prst="rect">
            <a:avLst/>
          </a:prstGeom>
        </p:spPr>
      </p:pic>
      <p:cxnSp>
        <p:nvCxnSpPr>
          <p:cNvPr id="24" name="Connector: Elbow 23">
            <a:extLst>
              <a:ext uri="{FF2B5EF4-FFF2-40B4-BE49-F238E27FC236}">
                <a16:creationId xmlns:a16="http://schemas.microsoft.com/office/drawing/2014/main" id="{DBEEF60A-E789-EA7D-01C6-A8BC76E5CFCF}"/>
              </a:ext>
            </a:extLst>
          </p:cNvPr>
          <p:cNvCxnSpPr>
            <a:cxnSpLocks/>
            <a:stCxn id="21" idx="3"/>
            <a:endCxn id="22" idx="1"/>
          </p:cNvCxnSpPr>
          <p:nvPr/>
        </p:nvCxnSpPr>
        <p:spPr>
          <a:xfrm flipV="1">
            <a:off x="8056349" y="7415076"/>
            <a:ext cx="5369917" cy="6320"/>
          </a:xfrm>
          <a:prstGeom prst="bentConnector3">
            <a:avLst>
              <a:gd name="adj1" fmla="val 50000"/>
            </a:avLst>
          </a:prstGeom>
          <a:ln w="2857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58846BE0-A911-B4A1-E829-A09BF597A93A}"/>
              </a:ext>
            </a:extLst>
          </p:cNvPr>
          <p:cNvCxnSpPr>
            <a:cxnSpLocks/>
            <a:stCxn id="20" idx="3"/>
            <a:endCxn id="4" idx="2"/>
          </p:cNvCxnSpPr>
          <p:nvPr/>
        </p:nvCxnSpPr>
        <p:spPr>
          <a:xfrm flipV="1">
            <a:off x="8056349" y="5710890"/>
            <a:ext cx="910645" cy="1220622"/>
          </a:xfrm>
          <a:prstGeom prst="bentConnector2">
            <a:avLst/>
          </a:prstGeom>
          <a:ln w="2857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CCFE8A75-DFDB-4EC5-AD54-75C962C19B33}"/>
              </a:ext>
            </a:extLst>
          </p:cNvPr>
          <p:cNvCxnSpPr>
            <a:cxnSpLocks/>
            <a:stCxn id="14" idx="2"/>
            <a:endCxn id="10" idx="2"/>
          </p:cNvCxnSpPr>
          <p:nvPr/>
        </p:nvCxnSpPr>
        <p:spPr>
          <a:xfrm rot="5400000">
            <a:off x="13136393" y="4728447"/>
            <a:ext cx="4766" cy="1960120"/>
          </a:xfrm>
          <a:prstGeom prst="bentConnector3">
            <a:avLst>
              <a:gd name="adj1" fmla="val 9692950"/>
            </a:avLst>
          </a:prstGeom>
          <a:ln w="2857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8687630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DD396993-88D2-1EB8-B188-2766928CB5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7151" y="5291296"/>
            <a:ext cx="5731510" cy="339852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133BD3DE-1BBE-BC87-9905-EF75FCA7BD5E}"/>
              </a:ext>
            </a:extLst>
          </p:cNvPr>
          <p:cNvSpPr/>
          <p:nvPr/>
        </p:nvSpPr>
        <p:spPr>
          <a:xfrm>
            <a:off x="7727950" y="5581650"/>
            <a:ext cx="1803400" cy="469900"/>
          </a:xfrm>
          <a:prstGeom prst="rect">
            <a:avLst/>
          </a:prstGeom>
          <a:solidFill>
            <a:srgbClr val="1C212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75289787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B996248A2D0E04D87B9DBB54D269DA4" ma:contentTypeVersion="18" ma:contentTypeDescription="Create a new document." ma:contentTypeScope="" ma:versionID="f22bde94a6705f7f7e236c14bc19f189">
  <xsd:schema xmlns:xsd="http://www.w3.org/2001/XMLSchema" xmlns:xs="http://www.w3.org/2001/XMLSchema" xmlns:p="http://schemas.microsoft.com/office/2006/metadata/properties" xmlns:ns2="51c7d8ad-74c8-4833-8478-0d0a5cafce0c" xmlns:ns3="6dfb7b4b-871d-4c24-9d42-16b14ecd044c" targetNamespace="http://schemas.microsoft.com/office/2006/metadata/properties" ma:root="true" ma:fieldsID="273248db29f554cba2c15e8dd349c138" ns2:_="" ns3:_="">
    <xsd:import namespace="51c7d8ad-74c8-4833-8478-0d0a5cafce0c"/>
    <xsd:import namespace="6dfb7b4b-871d-4c24-9d42-16b14ecd044c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2:MediaServiceDateTaken" minOccurs="0"/>
                <xsd:element ref="ns2:MediaLengthInSeconds" minOccurs="0"/>
                <xsd:element ref="ns2:MediaServiceAutoKeyPoints" minOccurs="0"/>
                <xsd:element ref="ns2:MediaServiceKeyPoints" minOccurs="0"/>
                <xsd:element ref="ns2:MediaServiceLocation" minOccurs="0"/>
                <xsd:element ref="ns2:lcf76f155ced4ddcb4097134ff3c332f" minOccurs="0"/>
                <xsd:element ref="ns3:TaxCatchAll" minOccurs="0"/>
                <xsd:element ref="ns3:SharedWithUsers" minOccurs="0"/>
                <xsd:element ref="ns3:SharedWithDetails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1c7d8ad-74c8-4833-8478-0d0a5cafce0c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GenerationTime" ma:index="11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Location" ma:index="18" nillable="true" ma:displayName="Location" ma:internalName="MediaServiceLocation" ma:readOnly="true">
      <xsd:simpleType>
        <xsd:restriction base="dms:Text"/>
      </xsd:simpleType>
    </xsd:element>
    <xsd:element name="lcf76f155ced4ddcb4097134ff3c332f" ma:index="20" nillable="true" ma:taxonomy="true" ma:internalName="lcf76f155ced4ddcb4097134ff3c332f" ma:taxonomyFieldName="MediaServiceImageTags" ma:displayName="Image Tags" ma:readOnly="false" ma:fieldId="{5cf76f15-5ced-4ddc-b409-7134ff3c332f}" ma:taxonomyMulti="true" ma:sspId="0ee60025-c679-4a62-8c04-7497c58c131d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4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dfb7b4b-871d-4c24-9d42-16b14ecd044c" elementFormDefault="qualified">
    <xsd:import namespace="http://schemas.microsoft.com/office/2006/documentManagement/types"/>
    <xsd:import namespace="http://schemas.microsoft.com/office/infopath/2007/PartnerControls"/>
    <xsd:element name="TaxCatchAll" ma:index="21" nillable="true" ma:displayName="Taxonomy Catch All Column" ma:hidden="true" ma:list="{8eba7f03-0d99-448d-81e1-4bd1ef8a7665}" ma:internalName="TaxCatchAll" ma:showField="CatchAllData" ma:web="6dfb7b4b-871d-4c24-9d42-16b14ecd044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2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6dfb7b4b-871d-4c24-9d42-16b14ecd044c" xsi:nil="true"/>
    <lcf76f155ced4ddcb4097134ff3c332f xmlns="51c7d8ad-74c8-4833-8478-0d0a5cafce0c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172A1115-3E72-42E2-A544-7EAA53D3702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1c7d8ad-74c8-4833-8478-0d0a5cafce0c"/>
    <ds:schemaRef ds:uri="6dfb7b4b-871d-4c24-9d42-16b14ecd044c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EF875D47-8106-485E-98E0-D60C6A98DA6A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2EF670CE-B0AA-4D52-AFC6-AA4BF7D46EEA}">
  <ds:schemaRefs>
    <ds:schemaRef ds:uri="http://schemas.microsoft.com/office/2006/metadata/properties"/>
    <ds:schemaRef ds:uri="http://schemas.microsoft.com/office/infopath/2007/PartnerControls"/>
    <ds:schemaRef ds:uri="6dfb7b4b-871d-4c24-9d42-16b14ecd044c"/>
    <ds:schemaRef ds:uri="51c7d8ad-74c8-4833-8478-0d0a5cafce0c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330</TotalTime>
  <Words>0</Words>
  <Application>Microsoft Office PowerPoint</Application>
  <PresentationFormat>Custom</PresentationFormat>
  <Paragraphs>0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Kristian Hennings</dc:creator>
  <cp:lastModifiedBy>Kristian Hennings</cp:lastModifiedBy>
  <cp:revision>4</cp:revision>
  <dcterms:created xsi:type="dcterms:W3CDTF">2024-11-30T15:01:51Z</dcterms:created>
  <dcterms:modified xsi:type="dcterms:W3CDTF">2026-01-23T12:33:09Z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0x0101005B996248A2D0E04D87B9DBB54D269DA4</vt:lpwstr>
  </property>
</Properties>
</file>