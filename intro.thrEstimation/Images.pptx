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5"/>
  </p:notesMasterIdLst>
  <p:sldIdLst>
    <p:sldId id="264" r:id="rId4"/>
    <p:sldId id="263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3" r:id="rId13"/>
    <p:sldId id="272" r:id="rId1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8A0D95-BA55-480F-AAC3-051BEB72288C}" v="3" dt="2024-01-19T15:32:37.9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595" autoAdjust="0"/>
  </p:normalViewPr>
  <p:slideViewPr>
    <p:cSldViewPr snapToGrid="0">
      <p:cViewPr varScale="1">
        <p:scale>
          <a:sx n="86" d="100"/>
          <a:sy n="86" d="100"/>
        </p:scale>
        <p:origin x="151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0E8A0D95-BA55-480F-AAC3-051BEB72288C}"/>
    <pc:docChg chg="custSel delSld modSld modMainMaster">
      <pc:chgData name="Kristian Hennings" userId="c750005e-88d6-4112-85a2-8817d1a82a89" providerId="ADAL" clId="{0E8A0D95-BA55-480F-AAC3-051BEB72288C}" dt="2024-01-19T15:32:37.951" v="39"/>
      <pc:docMkLst>
        <pc:docMk/>
      </pc:docMkLst>
      <pc:sldChg chg="mod modClrScheme chgLayout">
        <pc:chgData name="Kristian Hennings" userId="c750005e-88d6-4112-85a2-8817d1a82a89" providerId="ADAL" clId="{0E8A0D95-BA55-480F-AAC3-051BEB72288C}" dt="2024-01-19T09:41:04.062" v="36" actId="700"/>
        <pc:sldMkLst>
          <pc:docMk/>
          <pc:sldMk cId="2220615399" sldId="256"/>
        </pc:sldMkLst>
      </pc:sldChg>
      <pc:sldChg chg="del">
        <pc:chgData name="Kristian Hennings" userId="c750005e-88d6-4112-85a2-8817d1a82a89" providerId="ADAL" clId="{0E8A0D95-BA55-480F-AAC3-051BEB72288C}" dt="2024-01-13T13:38:23.403" v="2" actId="47"/>
        <pc:sldMkLst>
          <pc:docMk/>
          <pc:sldMk cId="4022880944" sldId="257"/>
        </pc:sldMkLst>
      </pc:sldChg>
      <pc:sldChg chg="del">
        <pc:chgData name="Kristian Hennings" userId="c750005e-88d6-4112-85a2-8817d1a82a89" providerId="ADAL" clId="{0E8A0D95-BA55-480F-AAC3-051BEB72288C}" dt="2024-01-13T13:38:24.389" v="3" actId="47"/>
        <pc:sldMkLst>
          <pc:docMk/>
          <pc:sldMk cId="1237521980" sldId="258"/>
        </pc:sldMkLst>
      </pc:sldChg>
      <pc:sldChg chg="del">
        <pc:chgData name="Kristian Hennings" userId="c750005e-88d6-4112-85a2-8817d1a82a89" providerId="ADAL" clId="{0E8A0D95-BA55-480F-AAC3-051BEB72288C}" dt="2024-01-13T13:38:25.264" v="4" actId="47"/>
        <pc:sldMkLst>
          <pc:docMk/>
          <pc:sldMk cId="2067269519" sldId="259"/>
        </pc:sldMkLst>
      </pc:sldChg>
      <pc:sldChg chg="del">
        <pc:chgData name="Kristian Hennings" userId="c750005e-88d6-4112-85a2-8817d1a82a89" providerId="ADAL" clId="{0E8A0D95-BA55-480F-AAC3-051BEB72288C}" dt="2024-01-13T13:38:26.803" v="5" actId="47"/>
        <pc:sldMkLst>
          <pc:docMk/>
          <pc:sldMk cId="3433367663" sldId="260"/>
        </pc:sldMkLst>
      </pc:sldChg>
      <pc:sldChg chg="del">
        <pc:chgData name="Kristian Hennings" userId="c750005e-88d6-4112-85a2-8817d1a82a89" providerId="ADAL" clId="{0E8A0D95-BA55-480F-AAC3-051BEB72288C}" dt="2024-01-13T13:38:27.924" v="6" actId="47"/>
        <pc:sldMkLst>
          <pc:docMk/>
          <pc:sldMk cId="3340757031" sldId="261"/>
        </pc:sldMkLst>
      </pc:sldChg>
      <pc:sldChg chg="del">
        <pc:chgData name="Kristian Hennings" userId="c750005e-88d6-4112-85a2-8817d1a82a89" providerId="ADAL" clId="{0E8A0D95-BA55-480F-AAC3-051BEB72288C}" dt="2024-01-13T13:38:05.785" v="0" actId="47"/>
        <pc:sldMkLst>
          <pc:docMk/>
          <pc:sldMk cId="3297780617" sldId="265"/>
        </pc:sldMkLst>
      </pc:sldChg>
      <pc:sldChg chg="del">
        <pc:chgData name="Kristian Hennings" userId="c750005e-88d6-4112-85a2-8817d1a82a89" providerId="ADAL" clId="{0E8A0D95-BA55-480F-AAC3-051BEB72288C}" dt="2024-01-13T13:38:10.529" v="1" actId="47"/>
        <pc:sldMkLst>
          <pc:docMk/>
          <pc:sldMk cId="2137359767" sldId="266"/>
        </pc:sldMkLst>
      </pc:sldChg>
      <pc:sldMasterChg chg="mod modSldLayout">
        <pc:chgData name="Kristian Hennings" userId="c750005e-88d6-4112-85a2-8817d1a82a89" providerId="ADAL" clId="{0E8A0D95-BA55-480F-AAC3-051BEB72288C}" dt="2024-01-19T15:32:37.951" v="39"/>
        <pc:sldMasterMkLst>
          <pc:docMk/>
          <pc:sldMasterMk cId="3802315346" sldId="2147483648"/>
        </pc:sldMasterMkLst>
        <pc:sldLayoutChg chg="mod">
          <pc:chgData name="Kristian Hennings" userId="c750005e-88d6-4112-85a2-8817d1a82a89" providerId="ADAL" clId="{0E8A0D95-BA55-480F-AAC3-051BEB72288C}" dt="2024-01-13T13:47:21.357" v="18" actId="6014"/>
          <pc:sldLayoutMkLst>
            <pc:docMk/>
            <pc:sldMasterMk cId="3802315346" sldId="2147483648"/>
            <pc:sldLayoutMk cId="642810623" sldId="2147483649"/>
          </pc:sldLayoutMkLst>
        </pc:sldLayoutChg>
        <pc:sldLayoutChg chg="addSp delSp modSp mod">
          <pc:chgData name="Kristian Hennings" userId="c750005e-88d6-4112-85a2-8817d1a82a89" providerId="ADAL" clId="{0E8A0D95-BA55-480F-AAC3-051BEB72288C}" dt="2024-01-19T15:32:32.138" v="37" actId="14100"/>
          <pc:sldLayoutMkLst>
            <pc:docMk/>
            <pc:sldMasterMk cId="3802315346" sldId="2147483648"/>
            <pc:sldLayoutMk cId="3897079236" sldId="2147483650"/>
          </pc:sldLayoutMkLst>
          <pc:spChg chg="add mod">
            <ac:chgData name="Kristian Hennings" userId="c750005e-88d6-4112-85a2-8817d1a82a89" providerId="ADAL" clId="{0E8A0D95-BA55-480F-AAC3-051BEB72288C}" dt="2024-01-19T15:32:32.138" v="37" actId="14100"/>
            <ac:spMkLst>
              <pc:docMk/>
              <pc:sldMasterMk cId="3802315346" sldId="2147483648"/>
              <pc:sldLayoutMk cId="3897079236" sldId="2147483650"/>
              <ac:spMk id="2" creationId="{D70C5DF6-CD1F-55C9-DC77-11582FC30E39}"/>
            </ac:spMkLst>
          </pc:spChg>
          <pc:spChg chg="del">
            <ac:chgData name="Kristian Hennings" userId="c750005e-88d6-4112-85a2-8817d1a82a89" providerId="ADAL" clId="{0E8A0D95-BA55-480F-AAC3-051BEB72288C}" dt="2024-01-13T13:39:07.604" v="8" actId="478"/>
            <ac:spMkLst>
              <pc:docMk/>
              <pc:sldMasterMk cId="3802315346" sldId="2147483648"/>
              <pc:sldLayoutMk cId="3897079236" sldId="2147483650"/>
              <ac:spMk id="2" creationId="{E91C714F-2CC0-963F-3AAD-D6DCE352C2C5}"/>
            </ac:spMkLst>
          </pc:spChg>
          <pc:spChg chg="add del mod">
            <ac:chgData name="Kristian Hennings" userId="c750005e-88d6-4112-85a2-8817d1a82a89" providerId="ADAL" clId="{0E8A0D95-BA55-480F-AAC3-051BEB72288C}" dt="2024-01-19T09:40:41.181" v="32" actId="478"/>
            <ac:spMkLst>
              <pc:docMk/>
              <pc:sldMasterMk cId="3802315346" sldId="2147483648"/>
              <pc:sldLayoutMk cId="3897079236" sldId="2147483650"/>
              <ac:spMk id="3" creationId="{4A705326-3A18-0BA1-8916-60AA6EBFA9AB}"/>
            </ac:spMkLst>
          </pc:spChg>
        </pc:sldLayoutChg>
        <pc:sldLayoutChg chg="addSp delSp modSp mod">
          <pc:chgData name="Kristian Hennings" userId="c750005e-88d6-4112-85a2-8817d1a82a89" providerId="ADAL" clId="{0E8A0D95-BA55-480F-AAC3-051BEB72288C}" dt="2024-01-19T15:32:37.951" v="39"/>
          <pc:sldLayoutMkLst>
            <pc:docMk/>
            <pc:sldMasterMk cId="3802315346" sldId="2147483648"/>
            <pc:sldLayoutMk cId="272858804" sldId="2147483651"/>
          </pc:sldLayoutMkLst>
          <pc:spChg chg="add mod">
            <ac:chgData name="Kristian Hennings" userId="c750005e-88d6-4112-85a2-8817d1a82a89" providerId="ADAL" clId="{0E8A0D95-BA55-480F-AAC3-051BEB72288C}" dt="2024-01-19T15:32:37.951" v="39"/>
            <ac:spMkLst>
              <pc:docMk/>
              <pc:sldMasterMk cId="3802315346" sldId="2147483648"/>
              <pc:sldLayoutMk cId="272858804" sldId="2147483651"/>
              <ac:spMk id="2" creationId="{30EC4258-E658-AA42-C0FE-69BD278F5F67}"/>
            </ac:spMkLst>
          </pc:spChg>
          <pc:spChg chg="del mod">
            <ac:chgData name="Kristian Hennings" userId="c750005e-88d6-4112-85a2-8817d1a82a89" providerId="ADAL" clId="{0E8A0D95-BA55-480F-AAC3-051BEB72288C}" dt="2024-01-19T15:32:37.485" v="38" actId="478"/>
            <ac:spMkLst>
              <pc:docMk/>
              <pc:sldMasterMk cId="3802315346" sldId="2147483648"/>
              <pc:sldLayoutMk cId="272858804" sldId="2147483651"/>
              <ac:spMk id="3" creationId="{4A705326-3A18-0BA1-8916-60AA6EBFA9AB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12D7E-BE5A-4217-B140-32655DCFE25E}" type="datetimeFigureOut">
              <a:rPr lang="en-DK" smtClean="0"/>
              <a:t>06/01/2026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4A866-1253-4137-80B1-C0DC28C35208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54063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81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ducial (27&quot;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707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ducial (24&quot;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58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3153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dd with solid fill">
            <a:extLst>
              <a:ext uri="{FF2B5EF4-FFF2-40B4-BE49-F238E27FC236}">
                <a16:creationId xmlns:a16="http://schemas.microsoft.com/office/drawing/2014/main" id="{EDBC842C-FED2-8C8F-52B0-5BF84A750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9422" y="2372422"/>
            <a:ext cx="2113157" cy="211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19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714EDD5A-9662-17B4-F109-81A385EEBFA7}"/>
              </a:ext>
            </a:extLst>
          </p:cNvPr>
          <p:cNvGrpSpPr/>
          <p:nvPr/>
        </p:nvGrpSpPr>
        <p:grpSpPr>
          <a:xfrm>
            <a:off x="8395620" y="1225065"/>
            <a:ext cx="2352907" cy="4520960"/>
            <a:chOff x="1103971" y="1245792"/>
            <a:chExt cx="2352907" cy="452096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BBC4A14-5532-94EF-AA86-8F3368943843}"/>
                </a:ext>
              </a:extLst>
            </p:cNvPr>
            <p:cNvSpPr/>
            <p:nvPr/>
          </p:nvSpPr>
          <p:spPr>
            <a:xfrm>
              <a:off x="1349298" y="1777768"/>
              <a:ext cx="457200" cy="15500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6F99BB18-7088-C2B6-756B-839BC82D8E81}"/>
                </a:ext>
              </a:extLst>
            </p:cNvPr>
            <p:cNvCxnSpPr>
              <a:cxnSpLocks/>
            </p:cNvCxnSpPr>
            <p:nvPr/>
          </p:nvCxnSpPr>
          <p:spPr>
            <a:xfrm>
              <a:off x="1103971" y="3356518"/>
              <a:ext cx="2352907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03E9C5-2E21-374E-3E07-36E65E38CE74}"/>
                </a:ext>
              </a:extLst>
            </p:cNvPr>
            <p:cNvSpPr/>
            <p:nvPr/>
          </p:nvSpPr>
          <p:spPr>
            <a:xfrm>
              <a:off x="1983523" y="1777768"/>
              <a:ext cx="457200" cy="15500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84E2EF-8F26-5171-A931-2D808378E2CA}"/>
                </a:ext>
              </a:extLst>
            </p:cNvPr>
            <p:cNvSpPr/>
            <p:nvPr/>
          </p:nvSpPr>
          <p:spPr>
            <a:xfrm>
              <a:off x="2617748" y="1245792"/>
              <a:ext cx="457200" cy="207412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38D68D-BDC3-1731-1EC8-56AC88A216D0}"/>
                </a:ext>
              </a:extLst>
            </p:cNvPr>
            <p:cNvSpPr txBox="1"/>
            <p:nvPr/>
          </p:nvSpPr>
          <p:spPr>
            <a:xfrm>
              <a:off x="1631849" y="3366095"/>
              <a:ext cx="1159292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5000" dirty="0"/>
                <a:t>3</a:t>
              </a:r>
              <a:endParaRPr lang="en-DK" sz="150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71E86F6-7E58-BAED-26C4-8B9FD20CA722}"/>
              </a:ext>
            </a:extLst>
          </p:cNvPr>
          <p:cNvGrpSpPr/>
          <p:nvPr/>
        </p:nvGrpSpPr>
        <p:grpSpPr>
          <a:xfrm>
            <a:off x="4936350" y="1245792"/>
            <a:ext cx="2352907" cy="4511383"/>
            <a:chOff x="4988476" y="1245792"/>
            <a:chExt cx="2352907" cy="451138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B5A5A9-ECAF-C14A-9B10-FB0BBE20E4D0}"/>
                </a:ext>
              </a:extLst>
            </p:cNvPr>
            <p:cNvSpPr/>
            <p:nvPr/>
          </p:nvSpPr>
          <p:spPr>
            <a:xfrm>
              <a:off x="5234363" y="1777768"/>
              <a:ext cx="457200" cy="15500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496C31F-E036-A9F2-E2AA-E70A9D21CFC0}"/>
                </a:ext>
              </a:extLst>
            </p:cNvPr>
            <p:cNvCxnSpPr>
              <a:cxnSpLocks/>
            </p:cNvCxnSpPr>
            <p:nvPr/>
          </p:nvCxnSpPr>
          <p:spPr>
            <a:xfrm>
              <a:off x="4988476" y="3346941"/>
              <a:ext cx="2352907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CF267D3-4C56-ABEB-8554-6B9D10F32478}"/>
                </a:ext>
              </a:extLst>
            </p:cNvPr>
            <p:cNvSpPr/>
            <p:nvPr/>
          </p:nvSpPr>
          <p:spPr>
            <a:xfrm>
              <a:off x="6516781" y="1777768"/>
              <a:ext cx="457200" cy="15500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42E167A-E063-1C6A-6036-465150F76D1D}"/>
                </a:ext>
              </a:extLst>
            </p:cNvPr>
            <p:cNvSpPr/>
            <p:nvPr/>
          </p:nvSpPr>
          <p:spPr>
            <a:xfrm>
              <a:off x="5866772" y="1245792"/>
              <a:ext cx="457200" cy="207412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DB03B07-6932-FB6D-F840-D553400A2D2E}"/>
                </a:ext>
              </a:extLst>
            </p:cNvPr>
            <p:cNvSpPr txBox="1"/>
            <p:nvPr/>
          </p:nvSpPr>
          <p:spPr>
            <a:xfrm>
              <a:off x="5516354" y="3356518"/>
              <a:ext cx="1159292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5000" dirty="0"/>
                <a:t>2</a:t>
              </a:r>
              <a:endParaRPr lang="en-DK" sz="150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9A98680-51D1-800C-2C6D-C9027544FA53}"/>
              </a:ext>
            </a:extLst>
          </p:cNvPr>
          <p:cNvGrpSpPr/>
          <p:nvPr/>
        </p:nvGrpSpPr>
        <p:grpSpPr>
          <a:xfrm>
            <a:off x="1477081" y="1263376"/>
            <a:ext cx="2352907" cy="4501806"/>
            <a:chOff x="8589174" y="1245792"/>
            <a:chExt cx="2352907" cy="450180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9CB9F04-9245-53E6-0C43-0B417D9143F1}"/>
                </a:ext>
              </a:extLst>
            </p:cNvPr>
            <p:cNvSpPr/>
            <p:nvPr/>
          </p:nvSpPr>
          <p:spPr>
            <a:xfrm>
              <a:off x="10102951" y="1777768"/>
              <a:ext cx="457200" cy="15500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78A7133-1229-A4BF-12D9-3103D2370057}"/>
                </a:ext>
              </a:extLst>
            </p:cNvPr>
            <p:cNvCxnSpPr>
              <a:cxnSpLocks/>
            </p:cNvCxnSpPr>
            <p:nvPr/>
          </p:nvCxnSpPr>
          <p:spPr>
            <a:xfrm>
              <a:off x="8589174" y="3337364"/>
              <a:ext cx="2352907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287770F-5EFE-65C3-F94D-C78D4261733F}"/>
                </a:ext>
              </a:extLst>
            </p:cNvPr>
            <p:cNvSpPr/>
            <p:nvPr/>
          </p:nvSpPr>
          <p:spPr>
            <a:xfrm>
              <a:off x="9477062" y="1777768"/>
              <a:ext cx="457200" cy="15500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EC64F6-61D5-44C7-9DE1-CE9707E89621}"/>
                </a:ext>
              </a:extLst>
            </p:cNvPr>
            <p:cNvSpPr/>
            <p:nvPr/>
          </p:nvSpPr>
          <p:spPr>
            <a:xfrm>
              <a:off x="8851174" y="1245792"/>
              <a:ext cx="457200" cy="207412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050862A-B3F7-3483-3797-6383D506C7BC}"/>
                </a:ext>
              </a:extLst>
            </p:cNvPr>
            <p:cNvSpPr txBox="1"/>
            <p:nvPr/>
          </p:nvSpPr>
          <p:spPr>
            <a:xfrm>
              <a:off x="9117052" y="3346941"/>
              <a:ext cx="1159292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5000" dirty="0"/>
                <a:t>1</a:t>
              </a:r>
              <a:endParaRPr lang="en-DK" sz="1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66947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CDA1AC-63B7-E05C-AAE9-1CD10956E6B5}"/>
              </a:ext>
            </a:extLst>
          </p:cNvPr>
          <p:cNvSpPr txBox="1"/>
          <p:nvPr/>
        </p:nvSpPr>
        <p:spPr>
          <a:xfrm>
            <a:off x="5447425" y="2228672"/>
            <a:ext cx="1159292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0" dirty="0"/>
              <a:t>1</a:t>
            </a:r>
            <a:endParaRPr lang="en-DK" sz="15000" dirty="0"/>
          </a:p>
        </p:txBody>
      </p:sp>
    </p:spTree>
    <p:extLst>
      <p:ext uri="{BB962C8B-B14F-4D97-AF65-F5344CB8AC3E}">
        <p14:creationId xmlns:p14="http://schemas.microsoft.com/office/powerpoint/2010/main" val="4079341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CDA1AC-63B7-E05C-AAE9-1CD10956E6B5}"/>
              </a:ext>
            </a:extLst>
          </p:cNvPr>
          <p:cNvSpPr txBox="1"/>
          <p:nvPr/>
        </p:nvSpPr>
        <p:spPr>
          <a:xfrm>
            <a:off x="5447425" y="2228672"/>
            <a:ext cx="1159292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0" dirty="0"/>
              <a:t>2</a:t>
            </a:r>
            <a:endParaRPr lang="en-DK" sz="15000" dirty="0"/>
          </a:p>
        </p:txBody>
      </p:sp>
    </p:spTree>
    <p:extLst>
      <p:ext uri="{BB962C8B-B14F-4D97-AF65-F5344CB8AC3E}">
        <p14:creationId xmlns:p14="http://schemas.microsoft.com/office/powerpoint/2010/main" val="3020940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CDA1AC-63B7-E05C-AAE9-1CD10956E6B5}"/>
              </a:ext>
            </a:extLst>
          </p:cNvPr>
          <p:cNvSpPr txBox="1"/>
          <p:nvPr/>
        </p:nvSpPr>
        <p:spPr>
          <a:xfrm>
            <a:off x="5447425" y="2228672"/>
            <a:ext cx="1159292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0" dirty="0"/>
              <a:t>3</a:t>
            </a:r>
            <a:endParaRPr lang="en-DK" sz="15000" dirty="0"/>
          </a:p>
        </p:txBody>
      </p:sp>
    </p:spTree>
    <p:extLst>
      <p:ext uri="{BB962C8B-B14F-4D97-AF65-F5344CB8AC3E}">
        <p14:creationId xmlns:p14="http://schemas.microsoft.com/office/powerpoint/2010/main" val="3283416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CDA1AC-63B7-E05C-AAE9-1CD10956E6B5}"/>
              </a:ext>
            </a:extLst>
          </p:cNvPr>
          <p:cNvSpPr txBox="1"/>
          <p:nvPr/>
        </p:nvSpPr>
        <p:spPr>
          <a:xfrm>
            <a:off x="5447425" y="2228672"/>
            <a:ext cx="1159292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0" dirty="0"/>
              <a:t>4</a:t>
            </a:r>
            <a:endParaRPr lang="en-DK" sz="15000" dirty="0"/>
          </a:p>
        </p:txBody>
      </p:sp>
    </p:spTree>
    <p:extLst>
      <p:ext uri="{BB962C8B-B14F-4D97-AF65-F5344CB8AC3E}">
        <p14:creationId xmlns:p14="http://schemas.microsoft.com/office/powerpoint/2010/main" val="148187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144A93F-FF59-6422-A3F7-C669F87413ED}"/>
              </a:ext>
            </a:extLst>
          </p:cNvPr>
          <p:cNvGrpSpPr/>
          <p:nvPr/>
        </p:nvGrpSpPr>
        <p:grpSpPr>
          <a:xfrm>
            <a:off x="1944247" y="2106007"/>
            <a:ext cx="8303507" cy="2400658"/>
            <a:chOff x="1656011" y="2106007"/>
            <a:chExt cx="8303507" cy="240065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19E7DAF-D740-2435-531F-CE5972098637}"/>
                </a:ext>
              </a:extLst>
            </p:cNvPr>
            <p:cNvSpPr txBox="1"/>
            <p:nvPr/>
          </p:nvSpPr>
          <p:spPr>
            <a:xfrm>
              <a:off x="1656011" y="2106008"/>
              <a:ext cx="1159292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5000" dirty="0"/>
                <a:t>1</a:t>
              </a:r>
              <a:endParaRPr lang="en-DK" sz="150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E09B341-0738-2453-8BD8-D675013BDD59}"/>
                </a:ext>
              </a:extLst>
            </p:cNvPr>
            <p:cNvSpPr txBox="1"/>
            <p:nvPr/>
          </p:nvSpPr>
          <p:spPr>
            <a:xfrm>
              <a:off x="4037416" y="2106008"/>
              <a:ext cx="1159292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5000" dirty="0"/>
                <a:t>2</a:t>
              </a:r>
              <a:endParaRPr lang="en-DK" sz="150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CEC851D-0914-C6C5-1852-7C0EB68C2AD8}"/>
                </a:ext>
              </a:extLst>
            </p:cNvPr>
            <p:cNvSpPr txBox="1"/>
            <p:nvPr/>
          </p:nvSpPr>
          <p:spPr>
            <a:xfrm>
              <a:off x="6418821" y="2106008"/>
              <a:ext cx="1159292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5000" dirty="0"/>
                <a:t>3</a:t>
              </a:r>
              <a:endParaRPr lang="en-DK" sz="150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C36105-A8E6-C2B5-4EE2-7E7081AD839F}"/>
                </a:ext>
              </a:extLst>
            </p:cNvPr>
            <p:cNvSpPr txBox="1"/>
            <p:nvPr/>
          </p:nvSpPr>
          <p:spPr>
            <a:xfrm>
              <a:off x="8800226" y="2106007"/>
              <a:ext cx="1159292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5000" dirty="0"/>
                <a:t>4</a:t>
              </a:r>
              <a:endParaRPr lang="en-DK" sz="150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9A208DA-3E5F-689C-A8D4-C463FA4CD878}"/>
              </a:ext>
            </a:extLst>
          </p:cNvPr>
          <p:cNvSpPr txBox="1"/>
          <p:nvPr/>
        </p:nvSpPr>
        <p:spPr>
          <a:xfrm>
            <a:off x="2211828" y="4850781"/>
            <a:ext cx="77683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When did you hear the stimulus?</a:t>
            </a:r>
            <a:endParaRPr lang="en-DK" sz="4400" dirty="0"/>
          </a:p>
        </p:txBody>
      </p:sp>
    </p:spTree>
    <p:extLst>
      <p:ext uri="{BB962C8B-B14F-4D97-AF65-F5344CB8AC3E}">
        <p14:creationId xmlns:p14="http://schemas.microsoft.com/office/powerpoint/2010/main" val="2098951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3C6ED9-8C77-902E-9732-D1747B79D9BF}"/>
              </a:ext>
            </a:extLst>
          </p:cNvPr>
          <p:cNvSpPr txBox="1"/>
          <p:nvPr/>
        </p:nvSpPr>
        <p:spPr>
          <a:xfrm>
            <a:off x="669074" y="446048"/>
            <a:ext cx="103706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200" dirty="0"/>
              <a:t>During the test you will hear a series of three tones, after which you will be asked which one in this series was different from the others.</a:t>
            </a:r>
            <a:endParaRPr lang="en-DK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69940E-EAE9-8091-9A71-656FB4AE2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228" y="2629968"/>
            <a:ext cx="3553787" cy="1999005"/>
          </a:xfrm>
          <a:prstGeom prst="rect">
            <a:avLst/>
          </a:prstGeom>
          <a:ln w="12700" cap="sq">
            <a:solidFill>
              <a:schemeClr val="tx1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02A8DF2-5142-ED81-763E-8EA1E3F5F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742" y="3025065"/>
            <a:ext cx="2900575" cy="1603908"/>
          </a:xfrm>
          <a:prstGeom prst="rect">
            <a:avLst/>
          </a:prstGeom>
          <a:ln w="12700" cap="sq">
            <a:noFill/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1B59C880-2803-533A-FB2E-44B3B36FCF96}"/>
              </a:ext>
            </a:extLst>
          </p:cNvPr>
          <p:cNvSpPr/>
          <p:nvPr/>
        </p:nvSpPr>
        <p:spPr>
          <a:xfrm>
            <a:off x="5498780" y="3267055"/>
            <a:ext cx="1092820" cy="72483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670937-6F62-9732-ACA3-2936E85A2F63}"/>
              </a:ext>
            </a:extLst>
          </p:cNvPr>
          <p:cNvSpPr txBox="1"/>
          <p:nvPr/>
        </p:nvSpPr>
        <p:spPr>
          <a:xfrm>
            <a:off x="2098781" y="5064815"/>
            <a:ext cx="2574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You will hear three tones.</a:t>
            </a:r>
            <a:endParaRPr lang="en-DK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F08D86-E6B7-AECA-4A90-9B3E94EE0BDF}"/>
              </a:ext>
            </a:extLst>
          </p:cNvPr>
          <p:cNvSpPr txBox="1"/>
          <p:nvPr/>
        </p:nvSpPr>
        <p:spPr>
          <a:xfrm>
            <a:off x="6823288" y="5064815"/>
            <a:ext cx="3615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Press the button on the joystick that match the pattern of tones you heard.</a:t>
            </a:r>
            <a:endParaRPr lang="en-DK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6D19E3-7BE2-58FF-5D31-F67DDF4A3D35}"/>
              </a:ext>
            </a:extLst>
          </p:cNvPr>
          <p:cNvSpPr/>
          <p:nvPr/>
        </p:nvSpPr>
        <p:spPr>
          <a:xfrm>
            <a:off x="6727486" y="2629968"/>
            <a:ext cx="3710885" cy="19990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7172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301087-9B3F-3BA1-F3E7-075B023A2E82}"/>
              </a:ext>
            </a:extLst>
          </p:cNvPr>
          <p:cNvSpPr txBox="1"/>
          <p:nvPr/>
        </p:nvSpPr>
        <p:spPr>
          <a:xfrm>
            <a:off x="669074" y="446048"/>
            <a:ext cx="103706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200" dirty="0"/>
              <a:t>During the test you will hear see a series of cues on the screen. Your task is to select the cue at which you heard a tone.</a:t>
            </a:r>
            <a:endParaRPr lang="en-DK" sz="3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7B02D3-DC36-B549-C240-F3E1CBF7D0FA}"/>
              </a:ext>
            </a:extLst>
          </p:cNvPr>
          <p:cNvSpPr/>
          <p:nvPr/>
        </p:nvSpPr>
        <p:spPr>
          <a:xfrm>
            <a:off x="1271240" y="2341756"/>
            <a:ext cx="1572322" cy="1326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1</a:t>
            </a:r>
            <a:endParaRPr lang="en-DK" sz="4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FDD619-F2DA-087F-A4A0-922139D697D6}"/>
              </a:ext>
            </a:extLst>
          </p:cNvPr>
          <p:cNvSpPr/>
          <p:nvPr/>
        </p:nvSpPr>
        <p:spPr>
          <a:xfrm>
            <a:off x="3895494" y="2341756"/>
            <a:ext cx="1572322" cy="1326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2</a:t>
            </a:r>
            <a:endParaRPr lang="en-DK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732D02-111A-ACCB-002D-2B95F1244A46}"/>
              </a:ext>
            </a:extLst>
          </p:cNvPr>
          <p:cNvSpPr/>
          <p:nvPr/>
        </p:nvSpPr>
        <p:spPr>
          <a:xfrm>
            <a:off x="6519748" y="2341756"/>
            <a:ext cx="1572322" cy="1326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3</a:t>
            </a:r>
            <a:endParaRPr lang="en-DK" sz="4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285A9B-EAD7-F25C-90E4-43F1D32AF11C}"/>
              </a:ext>
            </a:extLst>
          </p:cNvPr>
          <p:cNvSpPr/>
          <p:nvPr/>
        </p:nvSpPr>
        <p:spPr>
          <a:xfrm>
            <a:off x="9144001" y="2341755"/>
            <a:ext cx="1572322" cy="1326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/>
              <a:t>4</a:t>
            </a:r>
            <a:endParaRPr lang="en-DK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43FAF6-56E1-8736-FDCA-8C0E37616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471" y="4629352"/>
            <a:ext cx="3618944" cy="15064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E2D3560-3334-AE12-A60B-25C21303C93A}"/>
              </a:ext>
            </a:extLst>
          </p:cNvPr>
          <p:cNvSpPr/>
          <p:nvPr/>
        </p:nvSpPr>
        <p:spPr>
          <a:xfrm>
            <a:off x="4414471" y="4516244"/>
            <a:ext cx="3363057" cy="18957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1D6B1E6-9546-2B52-DD08-65A8AC2A17FE}"/>
              </a:ext>
            </a:extLst>
          </p:cNvPr>
          <p:cNvSpPr/>
          <p:nvPr/>
        </p:nvSpPr>
        <p:spPr>
          <a:xfrm>
            <a:off x="5675971" y="3909833"/>
            <a:ext cx="1025912" cy="50606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1F81802-E70F-10DC-5D65-615E51DEF3B5}"/>
              </a:ext>
            </a:extLst>
          </p:cNvPr>
          <p:cNvSpPr/>
          <p:nvPr/>
        </p:nvSpPr>
        <p:spPr>
          <a:xfrm>
            <a:off x="3159515" y="2795499"/>
            <a:ext cx="490653" cy="4125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0CE4861-313F-AB46-9B29-5DB8829399B3}"/>
              </a:ext>
            </a:extLst>
          </p:cNvPr>
          <p:cNvSpPr/>
          <p:nvPr/>
        </p:nvSpPr>
        <p:spPr>
          <a:xfrm>
            <a:off x="5783769" y="2798954"/>
            <a:ext cx="490653" cy="4125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6442030-E615-0B6E-5498-1DE51863530F}"/>
              </a:ext>
            </a:extLst>
          </p:cNvPr>
          <p:cNvSpPr/>
          <p:nvPr/>
        </p:nvSpPr>
        <p:spPr>
          <a:xfrm>
            <a:off x="8376429" y="2798953"/>
            <a:ext cx="490653" cy="4125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81428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C987F-A58D-971D-EEFE-FFECBC674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dd with solid fill">
            <a:extLst>
              <a:ext uri="{FF2B5EF4-FFF2-40B4-BE49-F238E27FC236}">
                <a16:creationId xmlns:a16="http://schemas.microsoft.com/office/drawing/2014/main" id="{0747B2B4-661C-6884-67CE-697F30887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9422" y="2372422"/>
            <a:ext cx="2113157" cy="211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8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A413071-7736-6FA3-D45F-2E48D168E97B}"/>
              </a:ext>
            </a:extLst>
          </p:cNvPr>
          <p:cNvSpPr txBox="1"/>
          <p:nvPr/>
        </p:nvSpPr>
        <p:spPr>
          <a:xfrm>
            <a:off x="3691271" y="4457343"/>
            <a:ext cx="1159292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0" dirty="0"/>
              <a:t>1</a:t>
            </a:r>
            <a:endParaRPr lang="en-DK" sz="15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6475D-1A44-4675-5037-49876A852C35}"/>
              </a:ext>
            </a:extLst>
          </p:cNvPr>
          <p:cNvSpPr txBox="1"/>
          <p:nvPr/>
        </p:nvSpPr>
        <p:spPr>
          <a:xfrm>
            <a:off x="7400911" y="4457343"/>
            <a:ext cx="1159292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0" dirty="0"/>
              <a:t>2</a:t>
            </a:r>
            <a:endParaRPr lang="en-DK" sz="1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8CA017-5275-3F1D-7B04-C65B3EAA0731}"/>
              </a:ext>
            </a:extLst>
          </p:cNvPr>
          <p:cNvSpPr txBox="1"/>
          <p:nvPr/>
        </p:nvSpPr>
        <p:spPr>
          <a:xfrm>
            <a:off x="1260605" y="535259"/>
            <a:ext cx="96707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Was the two tones at the same intensity?</a:t>
            </a:r>
            <a:endParaRPr lang="en-DK" sz="4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7EDB520-5B4C-EAAB-0ECF-A6A9BC7D63C3}"/>
              </a:ext>
            </a:extLst>
          </p:cNvPr>
          <p:cNvGrpSpPr/>
          <p:nvPr/>
        </p:nvGrpSpPr>
        <p:grpSpPr>
          <a:xfrm>
            <a:off x="3021980" y="2241395"/>
            <a:ext cx="2497874" cy="2375210"/>
            <a:chOff x="3021980" y="2241395"/>
            <a:chExt cx="2497874" cy="2375210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753B747-EA42-9582-80BB-CB47874E6E6D}"/>
                </a:ext>
              </a:extLst>
            </p:cNvPr>
            <p:cNvCxnSpPr>
              <a:cxnSpLocks/>
            </p:cNvCxnSpPr>
            <p:nvPr/>
          </p:nvCxnSpPr>
          <p:spPr>
            <a:xfrm>
              <a:off x="3021980" y="4616605"/>
              <a:ext cx="2497874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BC90C7A-D087-F5ED-A01D-71B1536E8A0A}"/>
                </a:ext>
              </a:extLst>
            </p:cNvPr>
            <p:cNvSpPr/>
            <p:nvPr/>
          </p:nvSpPr>
          <p:spPr>
            <a:xfrm>
              <a:off x="3356516" y="2241395"/>
              <a:ext cx="680224" cy="237520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A85A553-B281-5FE5-9105-540A59E2DAE7}"/>
                </a:ext>
              </a:extLst>
            </p:cNvPr>
            <p:cNvSpPr/>
            <p:nvPr/>
          </p:nvSpPr>
          <p:spPr>
            <a:xfrm>
              <a:off x="4326890" y="2241395"/>
              <a:ext cx="680224" cy="237520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C46703-47B0-B4F4-79D6-D312F384AB95}"/>
              </a:ext>
            </a:extLst>
          </p:cNvPr>
          <p:cNvGrpSpPr/>
          <p:nvPr/>
        </p:nvGrpSpPr>
        <p:grpSpPr>
          <a:xfrm>
            <a:off x="6687014" y="2241395"/>
            <a:ext cx="2497874" cy="2375210"/>
            <a:chOff x="6687014" y="2241395"/>
            <a:chExt cx="2497874" cy="237521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87E2552-9545-438A-6E2A-6A646D786C84}"/>
                </a:ext>
              </a:extLst>
            </p:cNvPr>
            <p:cNvCxnSpPr>
              <a:cxnSpLocks/>
            </p:cNvCxnSpPr>
            <p:nvPr/>
          </p:nvCxnSpPr>
          <p:spPr>
            <a:xfrm>
              <a:off x="6687014" y="4616605"/>
              <a:ext cx="2497874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6FEEF59-2E50-66FD-B764-896E28CFF647}"/>
                </a:ext>
              </a:extLst>
            </p:cNvPr>
            <p:cNvSpPr/>
            <p:nvPr/>
          </p:nvSpPr>
          <p:spPr>
            <a:xfrm>
              <a:off x="7021550" y="2241395"/>
              <a:ext cx="680224" cy="237520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D58CFB-C96E-12B1-8915-72B12576E7C1}"/>
                </a:ext>
              </a:extLst>
            </p:cNvPr>
            <p:cNvSpPr/>
            <p:nvPr/>
          </p:nvSpPr>
          <p:spPr>
            <a:xfrm>
              <a:off x="7991924" y="3044283"/>
              <a:ext cx="680224" cy="157232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</p:spTree>
    <p:extLst>
      <p:ext uri="{BB962C8B-B14F-4D97-AF65-F5344CB8AC3E}">
        <p14:creationId xmlns:p14="http://schemas.microsoft.com/office/powerpoint/2010/main" val="3602829465"/>
      </p:ext>
    </p:extLst>
  </p:cSld>
  <p:clrMapOvr>
    <a:masterClrMapping/>
  </p:clrMapOvr>
</p:sld>
</file>

<file path=ppt/theme/theme1.xml><?xml version="1.0" encoding="utf-8"?>
<a:theme xmlns:a="http://schemas.openxmlformats.org/drawingml/2006/main" name="VisualStimul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7" ma:contentTypeDescription="Create a new document." ma:contentTypeScope="" ma:versionID="ccde82052730f3953ccb22e595f11d68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cdfcea1928cd178ac0427a8aa8ed82fa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DB9512-0F98-4D44-8A6A-692E865943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3D6522-B54A-4BC4-8FAA-0B5F1B46AF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112</Words>
  <Application>Microsoft Office PowerPoint</Application>
  <PresentationFormat>Widescreen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VisualStimuli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Kristian Hennings</dc:creator>
  <cp:lastModifiedBy>Kristian Hennings</cp:lastModifiedBy>
  <cp:revision>53</cp:revision>
  <dcterms:created xsi:type="dcterms:W3CDTF">2023-12-12T08:37:02Z</dcterms:created>
  <dcterms:modified xsi:type="dcterms:W3CDTF">2026-01-06T15:37:06Z</dcterms:modified>
</cp:coreProperties>
</file>