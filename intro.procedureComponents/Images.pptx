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94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4054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6AAAE34-0D54-998D-7894-F160429D55D4}"/>
              </a:ext>
            </a:extLst>
          </p:cNvPr>
          <p:cNvSpPr/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127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A10A-15C6-4023-8FD7-35FDC816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196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3</cp:revision>
  <dcterms:created xsi:type="dcterms:W3CDTF">2026-03-23T11:58:06Z</dcterms:created>
  <dcterms:modified xsi:type="dcterms:W3CDTF">2026-04-26T08:23:28Z</dcterms:modified>
</cp:coreProperties>
</file>