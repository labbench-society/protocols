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9" r:id="rId3"/>
    <p:sldId id="261" r:id="rId4"/>
    <p:sldId id="262" r:id="rId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00" autoAdjust="0"/>
  </p:normalViewPr>
  <p:slideViewPr>
    <p:cSldViewPr snapToGrid="0">
      <p:cViewPr varScale="1">
        <p:scale>
          <a:sx n="78" d="100"/>
          <a:sy n="78" d="100"/>
        </p:scale>
        <p:origin x="18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A29A1-A18F-4C86-A315-A030E9FEB606}" type="datetimeFigureOut">
              <a:rPr lang="en-DK" smtClean="0"/>
              <a:t>29/03/2026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45BC-EA28-43CB-9CEF-9A2E2FD0C97C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3865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2020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Stimulating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18623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RatingInstruction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0421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545BC-EA28-43CB-9CEF-9A2E2FD0C97C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1079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69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901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us Sign 1">
            <a:extLst>
              <a:ext uri="{FF2B5EF4-FFF2-40B4-BE49-F238E27FC236}">
                <a16:creationId xmlns:a16="http://schemas.microsoft.com/office/drawing/2014/main" id="{380C7D03-389D-2C0F-6FBD-DDDC2840062F}"/>
              </a:ext>
            </a:extLst>
          </p:cNvPr>
          <p:cNvSpPr/>
          <p:nvPr/>
        </p:nvSpPr>
        <p:spPr>
          <a:xfrm>
            <a:off x="4761470" y="2211859"/>
            <a:ext cx="2669060" cy="2434281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223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ning Bolt Yellow Symbol PNG &amp; SVG Design For T-Shirts">
            <a:extLst>
              <a:ext uri="{FF2B5EF4-FFF2-40B4-BE49-F238E27FC236}">
                <a16:creationId xmlns:a16="http://schemas.microsoft.com/office/drawing/2014/main" id="{3B8BF906-2055-83D5-B3B6-3E0CBAD12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561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52FF2-6E49-1ED3-DF67-9BEABB51E28D}"/>
              </a:ext>
            </a:extLst>
          </p:cNvPr>
          <p:cNvSpPr txBox="1"/>
          <p:nvPr/>
        </p:nvSpPr>
        <p:spPr>
          <a:xfrm>
            <a:off x="3806527" y="3013501"/>
            <a:ext cx="4578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Set rating to zero</a:t>
            </a:r>
            <a:endParaRPr lang="en-DK" sz="4800" dirty="0"/>
          </a:p>
        </p:txBody>
      </p:sp>
    </p:spTree>
    <p:extLst>
      <p:ext uri="{BB962C8B-B14F-4D97-AF65-F5344CB8AC3E}">
        <p14:creationId xmlns:p14="http://schemas.microsoft.com/office/powerpoint/2010/main" val="1216695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731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</Words>
  <Application>Microsoft Office PowerPoint</Application>
  <PresentationFormat>Widescreen</PresentationFormat>
  <Paragraphs>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14</cp:revision>
  <dcterms:created xsi:type="dcterms:W3CDTF">2025-07-09T11:14:11Z</dcterms:created>
  <dcterms:modified xsi:type="dcterms:W3CDTF">2026-03-29T16:06:24Z</dcterms:modified>
</cp:coreProperties>
</file>