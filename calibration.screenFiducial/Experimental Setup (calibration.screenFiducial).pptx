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3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23/01/2026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DE9BCD2-B6E1-BA55-C381-72DE689B0775}"/>
              </a:ext>
            </a:extLst>
          </p:cNvPr>
          <p:cNvGrpSpPr/>
          <p:nvPr/>
        </p:nvGrpSpPr>
        <p:grpSpPr>
          <a:xfrm>
            <a:off x="8675916" y="3842684"/>
            <a:ext cx="4249280" cy="1877731"/>
            <a:chOff x="828110" y="623234"/>
            <a:chExt cx="4249280" cy="187773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723026B-682B-1469-6286-B9F4A600C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110" y="623234"/>
              <a:ext cx="4249280" cy="187773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B802F92-3CA6-DA31-30E2-093627AE5A9B}"/>
                </a:ext>
              </a:extLst>
            </p:cNvPr>
            <p:cNvSpPr/>
            <p:nvPr/>
          </p:nvSpPr>
          <p:spPr>
            <a:xfrm>
              <a:off x="10668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C7A41B-AAA7-D338-CB2F-CBFFC35727B2}"/>
                </a:ext>
              </a:extLst>
            </p:cNvPr>
            <p:cNvSpPr/>
            <p:nvPr/>
          </p:nvSpPr>
          <p:spPr>
            <a:xfrm>
              <a:off x="20193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740FC5C-1F1A-2FE2-D792-BB66E2170895}"/>
                </a:ext>
              </a:extLst>
            </p:cNvPr>
            <p:cNvSpPr/>
            <p:nvPr/>
          </p:nvSpPr>
          <p:spPr>
            <a:xfrm>
              <a:off x="27813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921F2D-8954-3CF8-F5FB-06D7F784EEDA}"/>
                </a:ext>
              </a:extLst>
            </p:cNvPr>
            <p:cNvSpPr/>
            <p:nvPr/>
          </p:nvSpPr>
          <p:spPr>
            <a:xfrm>
              <a:off x="310543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039D70-DF50-0C32-5567-908430FAC25E}"/>
                </a:ext>
              </a:extLst>
            </p:cNvPr>
            <p:cNvSpPr/>
            <p:nvPr/>
          </p:nvSpPr>
          <p:spPr>
            <a:xfrm>
              <a:off x="349091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3971AE-E65E-3EBA-336B-909404353D96}"/>
                </a:ext>
              </a:extLst>
            </p:cNvPr>
            <p:cNvSpPr/>
            <p:nvPr/>
          </p:nvSpPr>
          <p:spPr>
            <a:xfrm>
              <a:off x="3803421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8D4D94-7F71-B051-46B8-E89FE71EB549}"/>
                </a:ext>
              </a:extLst>
            </p:cNvPr>
            <p:cNvSpPr/>
            <p:nvPr/>
          </p:nvSpPr>
          <p:spPr>
            <a:xfrm>
              <a:off x="425852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869045-5C7C-04E5-6D42-E44979F524DD}"/>
                </a:ext>
              </a:extLst>
            </p:cNvPr>
            <p:cNvSpPr/>
            <p:nvPr/>
          </p:nvSpPr>
          <p:spPr>
            <a:xfrm>
              <a:off x="4734489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E33AF0-E64D-0A71-AF97-E502A473AEEA}"/>
              </a:ext>
            </a:extLst>
          </p:cNvPr>
          <p:cNvGrpSpPr/>
          <p:nvPr/>
        </p:nvGrpSpPr>
        <p:grpSpPr>
          <a:xfrm>
            <a:off x="13449071" y="4063493"/>
            <a:ext cx="1353429" cy="1652159"/>
            <a:chOff x="3922537" y="2676524"/>
            <a:chExt cx="1353429" cy="165215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05FBFC7-7B3D-2453-C705-A5521B9E5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37" y="2676524"/>
              <a:ext cx="1353429" cy="1652159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2430BD-E977-67C4-F81B-703053548DE9}"/>
                </a:ext>
              </a:extLst>
            </p:cNvPr>
            <p:cNvSpPr/>
            <p:nvPr/>
          </p:nvSpPr>
          <p:spPr>
            <a:xfrm>
              <a:off x="4549439" y="4223905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22243A-6178-7750-84E3-0EC75851A9C2}"/>
              </a:ext>
            </a:extLst>
          </p:cNvPr>
          <p:cNvGrpSpPr/>
          <p:nvPr/>
        </p:nvGrpSpPr>
        <p:grpSpPr>
          <a:xfrm>
            <a:off x="5317347" y="6046994"/>
            <a:ext cx="2749534" cy="1676545"/>
            <a:chOff x="469970" y="4181402"/>
            <a:chExt cx="2749534" cy="16765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015FC22-7BEF-93FA-1818-B2A46A363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970" y="4181402"/>
              <a:ext cx="2749534" cy="16765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C7A5ABE-38DA-F062-DA00-B0190C61CB5E}"/>
                </a:ext>
              </a:extLst>
            </p:cNvPr>
            <p:cNvSpPr/>
            <p:nvPr/>
          </p:nvSpPr>
          <p:spPr>
            <a:xfrm>
              <a:off x="3123247" y="432326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02BF7F-F7BA-EF7E-B33D-9E39F14A0688}"/>
                </a:ext>
              </a:extLst>
            </p:cNvPr>
            <p:cNvSpPr/>
            <p:nvPr/>
          </p:nvSpPr>
          <p:spPr>
            <a:xfrm>
              <a:off x="3123247" y="4566511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5F7FFA3-9264-A2F8-D51B-60A90244AE70}"/>
                </a:ext>
              </a:extLst>
            </p:cNvPr>
            <p:cNvSpPr/>
            <p:nvPr/>
          </p:nvSpPr>
          <p:spPr>
            <a:xfrm>
              <a:off x="3123247" y="4803626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792C554-6D29-2B38-25FC-72FA3F327D08}"/>
                </a:ext>
              </a:extLst>
            </p:cNvPr>
            <p:cNvSpPr/>
            <p:nvPr/>
          </p:nvSpPr>
          <p:spPr>
            <a:xfrm>
              <a:off x="3123247" y="5018295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9DD487-8097-CA75-449F-C009A5EEBFB3}"/>
                </a:ext>
              </a:extLst>
            </p:cNvPr>
            <p:cNvSpPr/>
            <p:nvPr/>
          </p:nvSpPr>
          <p:spPr>
            <a:xfrm>
              <a:off x="3123247" y="5508179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BF0847C-80A3-C720-1C4F-A92EB8886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6266" y="6537176"/>
            <a:ext cx="2005758" cy="1755800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BEEF60A-E789-EA7D-01C6-A8BC76E5CFCF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8056349" y="7415076"/>
            <a:ext cx="5369917" cy="632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8846BE0-A911-B4A1-E829-A09BF597A93A}"/>
              </a:ext>
            </a:extLst>
          </p:cNvPr>
          <p:cNvCxnSpPr>
            <a:cxnSpLocks/>
            <a:stCxn id="20" idx="3"/>
            <a:endCxn id="4" idx="2"/>
          </p:cNvCxnSpPr>
          <p:nvPr/>
        </p:nvCxnSpPr>
        <p:spPr>
          <a:xfrm flipV="1">
            <a:off x="8056349" y="5710890"/>
            <a:ext cx="910645" cy="1220622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CFE8A75-DFDB-4EC5-AD54-75C962C19B33}"/>
              </a:ext>
            </a:extLst>
          </p:cNvPr>
          <p:cNvCxnSpPr>
            <a:cxnSpLocks/>
            <a:stCxn id="14" idx="2"/>
            <a:endCxn id="10" idx="2"/>
          </p:cNvCxnSpPr>
          <p:nvPr/>
        </p:nvCxnSpPr>
        <p:spPr>
          <a:xfrm rot="5400000">
            <a:off x="13136393" y="4728447"/>
            <a:ext cx="4766" cy="1960120"/>
          </a:xfrm>
          <a:prstGeom prst="bentConnector3">
            <a:avLst>
              <a:gd name="adj1" fmla="val 969295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2</cp:revision>
  <dcterms:created xsi:type="dcterms:W3CDTF">2024-11-30T15:01:51Z</dcterms:created>
  <dcterms:modified xsi:type="dcterms:W3CDTF">2026-01-23T07:02:52Z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