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95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05C8-8E2E-43B7-A24E-734C11CAF91E}" type="datetimeFigureOut">
              <a:rPr lang="en-DK" smtClean="0"/>
              <a:t>02/02/2026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6FCD6-91F5-47FE-A090-45B8ABDB6EF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263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4551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690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5015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14380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Clear.png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736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FixationCross.png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33263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Instructions.png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574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8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C714F-2CC0-963F-3AAD-D6DCE352C2C5}"/>
              </a:ext>
            </a:extLst>
          </p:cNvPr>
          <p:cNvSpPr/>
          <p:nvPr userDrawn="1"/>
        </p:nvSpPr>
        <p:spPr>
          <a:xfrm>
            <a:off x="11686032" y="0"/>
            <a:ext cx="505968" cy="4937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707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15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1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8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A722210-63FD-96BA-3395-F8365DF1907F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2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DB62A2-3C3B-83E1-5222-1E4C9F5D5285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94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dd with solid fill">
            <a:extLst>
              <a:ext uri="{FF2B5EF4-FFF2-40B4-BE49-F238E27FC236}">
                <a16:creationId xmlns:a16="http://schemas.microsoft.com/office/drawing/2014/main" id="{EDBC842C-FED2-8C8F-52B0-5BF84A750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FAB60-B43B-D5DB-D98A-B88B8E577AFE}"/>
              </a:ext>
            </a:extLst>
          </p:cNvPr>
          <p:cNvSpPr txBox="1"/>
          <p:nvPr/>
        </p:nvSpPr>
        <p:spPr>
          <a:xfrm>
            <a:off x="537411" y="274108"/>
            <a:ext cx="11117179" cy="650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Instructions</a:t>
            </a:r>
          </a:p>
          <a:p>
            <a:pPr>
              <a:lnSpc>
                <a:spcPct val="110000"/>
              </a:lnSpc>
            </a:pPr>
            <a:r>
              <a:rPr lang="en-GB" sz="3200" dirty="0"/>
              <a:t>We would like you to play a game. In the game there will </a:t>
            </a:r>
            <a:r>
              <a:rPr lang="en-GB" sz="3200" b="1" dirty="0"/>
              <a:t>GO and STOP trials</a:t>
            </a:r>
            <a:r>
              <a:rPr lang="en-GB" sz="3200" dirty="0"/>
              <a:t>. Here are the rules of the game: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 </a:t>
            </a:r>
            <a:r>
              <a:rPr lang="en-GB" sz="2800" b="1" dirty="0"/>
              <a:t>GO trials </a:t>
            </a:r>
            <a:r>
              <a:rPr lang="en-GB" sz="2800" dirty="0"/>
              <a:t>you see a left or right-pointing arrow </a:t>
            </a:r>
            <a:r>
              <a:rPr lang="en-GB" sz="2800" b="1" dirty="0"/>
              <a:t>RESPOND </a:t>
            </a:r>
            <a:r>
              <a:rPr lang="en-GB" sz="2800" dirty="0"/>
              <a:t>by pressing the left or right keys of your pad.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 </a:t>
            </a:r>
            <a:r>
              <a:rPr lang="en-GB" sz="2800" b="1" dirty="0"/>
              <a:t>STOP trials</a:t>
            </a:r>
            <a:r>
              <a:rPr lang="en-GB" sz="2800" dirty="0"/>
              <a:t>, you see an arrow followed by a RED CIRCLE. In these trials </a:t>
            </a:r>
            <a:r>
              <a:rPr lang="en-GB" sz="2800" b="1" dirty="0"/>
              <a:t>DO NOT RESPOND</a:t>
            </a:r>
            <a:r>
              <a:rPr lang="en-GB" sz="2800" dirty="0"/>
              <a:t>!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The objective of the game is to g</a:t>
            </a:r>
            <a:r>
              <a:rPr lang="en-GB" sz="2800" b="1" dirty="0"/>
              <a:t>et as many points as possible</a:t>
            </a:r>
            <a:r>
              <a:rPr lang="en-GB" sz="2800" dirty="0"/>
              <a:t>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 GO trials you will get temporary points if you answer correct. </a:t>
            </a:r>
            <a:r>
              <a:rPr lang="en-GB" sz="2800" b="1" dirty="0"/>
              <a:t>The faster you respond the more points you will get.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In STOP trials if you </a:t>
            </a:r>
            <a:r>
              <a:rPr lang="en-GB" sz="2800" b="1" dirty="0"/>
              <a:t>DO NOT RESPOND </a:t>
            </a:r>
            <a:r>
              <a:rPr lang="en-GB" sz="2800" dirty="0"/>
              <a:t>you earn the temporary points from the GO trials. However, if you </a:t>
            </a:r>
            <a:r>
              <a:rPr lang="en-GB" sz="2800" b="1" dirty="0"/>
              <a:t>RESPOND</a:t>
            </a:r>
            <a:r>
              <a:rPr lang="en-GB" sz="2800" dirty="0"/>
              <a:t>, you will lose the temporary points.</a:t>
            </a:r>
          </a:p>
        </p:txBody>
      </p:sp>
    </p:spTree>
    <p:extLst>
      <p:ext uri="{BB962C8B-B14F-4D97-AF65-F5344CB8AC3E}">
        <p14:creationId xmlns:p14="http://schemas.microsoft.com/office/powerpoint/2010/main" val="329778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168</Words>
  <Application>Microsoft Office PowerPoint</Application>
  <PresentationFormat>Widescreen</PresentationFormat>
  <Paragraphs>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Kristian Hennings</dc:creator>
  <cp:lastModifiedBy>Kristian Hennings</cp:lastModifiedBy>
  <cp:revision>64</cp:revision>
  <dcterms:created xsi:type="dcterms:W3CDTF">2023-12-12T08:37:02Z</dcterms:created>
  <dcterms:modified xsi:type="dcterms:W3CDTF">2026-02-02T09:27:58Z</dcterms:modified>
</cp:coreProperties>
</file>